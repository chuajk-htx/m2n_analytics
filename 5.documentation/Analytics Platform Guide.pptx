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sldIdLst>
    <p:sldId id="256" r:id="rId2"/>
    <p:sldId id="268" r:id="rId3"/>
    <p:sldId id="257" r:id="rId4"/>
    <p:sldId id="258" r:id="rId5"/>
    <p:sldId id="259" r:id="rId6"/>
    <p:sldId id="262" r:id="rId7"/>
    <p:sldId id="269" r:id="rId8"/>
    <p:sldId id="271" r:id="rId9"/>
    <p:sldId id="264" r:id="rId10"/>
    <p:sldId id="265" r:id="rId11"/>
    <p:sldId id="266" r:id="rId12"/>
    <p:sldId id="267" r:id="rId13"/>
    <p:sldId id="272" r:id="rId14"/>
    <p:sldId id="261" r:id="rId15"/>
    <p:sldId id="273" r:id="rId16"/>
    <p:sldId id="260" r:id="rId17"/>
    <p:sldId id="274" r:id="rId18"/>
    <p:sldId id="27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5D660D-1658-8957-C7D3-70172F5689DA}" v="352" dt="2025-05-26T03:19:33.2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4" autoAdjust="0"/>
  </p:normalViewPr>
  <p:slideViewPr>
    <p:cSldViewPr snapToGrid="0">
      <p:cViewPr varScale="1">
        <p:scale>
          <a:sx n="99" d="100"/>
          <a:sy n="99" d="100"/>
        </p:scale>
        <p:origin x="67" y="16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83" d="100"/>
          <a:sy n="83" d="100"/>
        </p:scale>
        <p:origin x="2765" y="4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mothy Lim" userId="2f43b62a701601ad" providerId="Windows Live" clId="Web-{245D660D-1658-8957-C7D3-70172F5689DA}"/>
    <pc:docChg chg="addSld modSld">
      <pc:chgData name="Timothy Lim" userId="2f43b62a701601ad" providerId="Windows Live" clId="Web-{245D660D-1658-8957-C7D3-70172F5689DA}" dt="2025-05-26T03:19:33.248" v="349" actId="20577"/>
      <pc:docMkLst>
        <pc:docMk/>
      </pc:docMkLst>
      <pc:sldChg chg="modSp new mod modClrScheme chgLayout">
        <pc:chgData name="Timothy Lim" userId="2f43b62a701601ad" providerId="Windows Live" clId="Web-{245D660D-1658-8957-C7D3-70172F5689DA}" dt="2025-05-26T03:01:32.150" v="7" actId="20577"/>
        <pc:sldMkLst>
          <pc:docMk/>
          <pc:sldMk cId="2482129820" sldId="274"/>
        </pc:sldMkLst>
        <pc:spChg chg="mod ord">
          <ac:chgData name="Timothy Lim" userId="2f43b62a701601ad" providerId="Windows Live" clId="Web-{245D660D-1658-8957-C7D3-70172F5689DA}" dt="2025-05-26T03:01:32.150" v="7" actId="20577"/>
          <ac:spMkLst>
            <pc:docMk/>
            <pc:sldMk cId="2482129820" sldId="274"/>
            <ac:spMk id="2" creationId="{EAFCF4CE-69CB-5EBC-65DA-A83B331FF604}"/>
          </ac:spMkLst>
        </pc:spChg>
        <pc:spChg chg="mod ord">
          <ac:chgData name="Timothy Lim" userId="2f43b62a701601ad" providerId="Windows Live" clId="Web-{245D660D-1658-8957-C7D3-70172F5689DA}" dt="2025-05-26T03:01:25.462" v="1"/>
          <ac:spMkLst>
            <pc:docMk/>
            <pc:sldMk cId="2482129820" sldId="274"/>
            <ac:spMk id="3" creationId="{C37DBAB7-CB90-325E-A949-31971755AC85}"/>
          </ac:spMkLst>
        </pc:spChg>
      </pc:sldChg>
      <pc:sldChg chg="modSp new mod modClrScheme chgLayout">
        <pc:chgData name="Timothy Lim" userId="2f43b62a701601ad" providerId="Windows Live" clId="Web-{245D660D-1658-8957-C7D3-70172F5689DA}" dt="2025-05-26T03:19:33.248" v="349" actId="20577"/>
        <pc:sldMkLst>
          <pc:docMk/>
          <pc:sldMk cId="373390071" sldId="275"/>
        </pc:sldMkLst>
        <pc:spChg chg="mod ord">
          <ac:chgData name="Timothy Lim" userId="2f43b62a701601ad" providerId="Windows Live" clId="Web-{245D660D-1658-8957-C7D3-70172F5689DA}" dt="2025-05-26T03:02:13.401" v="31" actId="20577"/>
          <ac:spMkLst>
            <pc:docMk/>
            <pc:sldMk cId="373390071" sldId="275"/>
            <ac:spMk id="2" creationId="{783D4500-ED85-24DE-2D05-2BD5FF72C4FC}"/>
          </ac:spMkLst>
        </pc:spChg>
        <pc:spChg chg="mod ord">
          <ac:chgData name="Timothy Lim" userId="2f43b62a701601ad" providerId="Windows Live" clId="Web-{245D660D-1658-8957-C7D3-70172F5689DA}" dt="2025-05-26T03:19:33.248" v="349" actId="20577"/>
          <ac:spMkLst>
            <pc:docMk/>
            <pc:sldMk cId="373390071" sldId="275"/>
            <ac:spMk id="3" creationId="{9DACE602-586F-9DAA-241B-621DE4AF4141}"/>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ACF95ED-1A83-4F28-B618-DFC0258E3401}" type="doc">
      <dgm:prSet loTypeId="urn:microsoft.com/office/officeart/2005/8/layout/StepDownProcess" loCatId="process" qsTypeId="urn:microsoft.com/office/officeart/2005/8/quickstyle/simple1" qsCatId="simple" csTypeId="urn:microsoft.com/office/officeart/2005/8/colors/accent1_2" csCatId="accent1" phldr="1"/>
      <dgm:spPr/>
      <dgm:t>
        <a:bodyPr/>
        <a:lstStyle/>
        <a:p>
          <a:endParaRPr lang="en-SG"/>
        </a:p>
      </dgm:t>
    </dgm:pt>
    <dgm:pt modelId="{133855F5-4AB6-47F6-A006-8CF3B5224983}">
      <dgm:prSet phldrT="[Text]"/>
      <dgm:spPr/>
      <dgm:t>
        <a:bodyPr/>
        <a:lstStyle/>
        <a:p>
          <a:r>
            <a:rPr lang="en-SG" dirty="0"/>
            <a:t>Formulation</a:t>
          </a:r>
        </a:p>
      </dgm:t>
    </dgm:pt>
    <dgm:pt modelId="{543B5809-ECDE-479F-976B-50B4F1196800}" type="parTrans" cxnId="{1ADD404B-D5C0-473B-94E8-9A88BE11CBD0}">
      <dgm:prSet/>
      <dgm:spPr/>
      <dgm:t>
        <a:bodyPr/>
        <a:lstStyle/>
        <a:p>
          <a:endParaRPr lang="en-SG"/>
        </a:p>
      </dgm:t>
    </dgm:pt>
    <dgm:pt modelId="{B592F4D5-E4F1-4F63-AB3B-9F5E13E25B99}" type="sibTrans" cxnId="{1ADD404B-D5C0-473B-94E8-9A88BE11CBD0}">
      <dgm:prSet/>
      <dgm:spPr/>
      <dgm:t>
        <a:bodyPr/>
        <a:lstStyle/>
        <a:p>
          <a:endParaRPr lang="en-SG"/>
        </a:p>
      </dgm:t>
    </dgm:pt>
    <dgm:pt modelId="{611D38ED-CEB5-4CB5-985F-C9798A104B00}">
      <dgm:prSet phldrT="[Text]"/>
      <dgm:spPr/>
      <dgm:t>
        <a:bodyPr/>
        <a:lstStyle/>
        <a:p>
          <a:r>
            <a:rPr lang="en-SG" dirty="0"/>
            <a:t>Mostly done</a:t>
          </a:r>
        </a:p>
      </dgm:t>
    </dgm:pt>
    <dgm:pt modelId="{A79BBA5F-AA38-4D95-9BCB-73EDC88C14AB}" type="parTrans" cxnId="{863F3DBE-69B1-4D96-AB01-D128F6094AB3}">
      <dgm:prSet/>
      <dgm:spPr/>
      <dgm:t>
        <a:bodyPr/>
        <a:lstStyle/>
        <a:p>
          <a:endParaRPr lang="en-SG"/>
        </a:p>
      </dgm:t>
    </dgm:pt>
    <dgm:pt modelId="{CBD5FE3C-FCC9-43F5-B777-850664974464}" type="sibTrans" cxnId="{863F3DBE-69B1-4D96-AB01-D128F6094AB3}">
      <dgm:prSet/>
      <dgm:spPr/>
      <dgm:t>
        <a:bodyPr/>
        <a:lstStyle/>
        <a:p>
          <a:endParaRPr lang="en-SG"/>
        </a:p>
      </dgm:t>
    </dgm:pt>
    <dgm:pt modelId="{0F48EB60-73EC-4269-A75E-92FC977EE1A7}">
      <dgm:prSet phldrT="[Text]"/>
      <dgm:spPr/>
      <dgm:t>
        <a:bodyPr/>
        <a:lstStyle/>
        <a:p>
          <a:r>
            <a:rPr lang="en-SG" dirty="0"/>
            <a:t>Testing</a:t>
          </a:r>
          <a:br>
            <a:rPr lang="en-SG" dirty="0"/>
          </a:br>
          <a:r>
            <a:rPr lang="en-SG" dirty="0"/>
            <a:t>Concepts</a:t>
          </a:r>
        </a:p>
      </dgm:t>
    </dgm:pt>
    <dgm:pt modelId="{567DBD72-496D-44C9-AD59-67165F142574}" type="parTrans" cxnId="{A6231C0E-E3A5-4150-B43C-A502D1FF6DA2}">
      <dgm:prSet/>
      <dgm:spPr/>
      <dgm:t>
        <a:bodyPr/>
        <a:lstStyle/>
        <a:p>
          <a:endParaRPr lang="en-SG"/>
        </a:p>
      </dgm:t>
    </dgm:pt>
    <dgm:pt modelId="{C59A1D78-048D-4500-84D4-16C59C1C8252}" type="sibTrans" cxnId="{A6231C0E-E3A5-4150-B43C-A502D1FF6DA2}">
      <dgm:prSet/>
      <dgm:spPr/>
      <dgm:t>
        <a:bodyPr/>
        <a:lstStyle/>
        <a:p>
          <a:endParaRPr lang="en-SG"/>
        </a:p>
      </dgm:t>
    </dgm:pt>
    <dgm:pt modelId="{982E8AE0-E6C2-4419-B279-3C4B9B4DD8CB}">
      <dgm:prSet phldrT="[Text]"/>
      <dgm:spPr/>
      <dgm:t>
        <a:bodyPr/>
        <a:lstStyle/>
        <a:p>
          <a:r>
            <a:rPr lang="en-SG" dirty="0"/>
            <a:t>Mostly Done</a:t>
          </a:r>
        </a:p>
      </dgm:t>
    </dgm:pt>
    <dgm:pt modelId="{82716AAE-FA72-4269-809F-FCF93253F08F}" type="parTrans" cxnId="{D330DDB6-978E-41C2-8BD5-AC277CEA64B3}">
      <dgm:prSet/>
      <dgm:spPr/>
      <dgm:t>
        <a:bodyPr/>
        <a:lstStyle/>
        <a:p>
          <a:endParaRPr lang="en-SG"/>
        </a:p>
      </dgm:t>
    </dgm:pt>
    <dgm:pt modelId="{CA3F8A09-4679-474D-87C1-B180E9FD93FE}" type="sibTrans" cxnId="{D330DDB6-978E-41C2-8BD5-AC277CEA64B3}">
      <dgm:prSet/>
      <dgm:spPr/>
      <dgm:t>
        <a:bodyPr/>
        <a:lstStyle/>
        <a:p>
          <a:endParaRPr lang="en-SG"/>
        </a:p>
      </dgm:t>
    </dgm:pt>
    <dgm:pt modelId="{79DCCAA7-21DD-4AA7-9226-CA2F1E3F9EDF}">
      <dgm:prSet phldrT="[Text]"/>
      <dgm:spPr/>
      <dgm:t>
        <a:bodyPr/>
        <a:lstStyle/>
        <a:p>
          <a:r>
            <a:rPr lang="en-SG" dirty="0"/>
            <a:t>Implementation</a:t>
          </a:r>
        </a:p>
      </dgm:t>
    </dgm:pt>
    <dgm:pt modelId="{07B858AE-B22A-4C69-8005-9015F4CE9FB9}" type="parTrans" cxnId="{893F74FB-F27F-4C71-8CA5-0EFC60E025A0}">
      <dgm:prSet/>
      <dgm:spPr/>
      <dgm:t>
        <a:bodyPr/>
        <a:lstStyle/>
        <a:p>
          <a:endParaRPr lang="en-SG"/>
        </a:p>
      </dgm:t>
    </dgm:pt>
    <dgm:pt modelId="{44CD919A-B229-4568-B0E9-93D9B4DE964C}" type="sibTrans" cxnId="{893F74FB-F27F-4C71-8CA5-0EFC60E025A0}">
      <dgm:prSet/>
      <dgm:spPr/>
      <dgm:t>
        <a:bodyPr/>
        <a:lstStyle/>
        <a:p>
          <a:endParaRPr lang="en-SG"/>
        </a:p>
      </dgm:t>
    </dgm:pt>
    <dgm:pt modelId="{5ACD5479-BDF1-4149-95E0-5FE9AB19E71B}">
      <dgm:prSet phldrT="[Text]"/>
      <dgm:spPr/>
      <dgm:t>
        <a:bodyPr/>
        <a:lstStyle/>
        <a:p>
          <a:r>
            <a:rPr lang="en-SG" dirty="0"/>
            <a:t>Halfway Done</a:t>
          </a:r>
        </a:p>
      </dgm:t>
    </dgm:pt>
    <dgm:pt modelId="{5EC650E8-67C9-417A-9A4F-A1783D5138F0}" type="parTrans" cxnId="{F2E4F101-F615-465A-A8B0-2754188D4C9F}">
      <dgm:prSet/>
      <dgm:spPr/>
      <dgm:t>
        <a:bodyPr/>
        <a:lstStyle/>
        <a:p>
          <a:endParaRPr lang="en-SG"/>
        </a:p>
      </dgm:t>
    </dgm:pt>
    <dgm:pt modelId="{081AB365-D4D5-4BB1-A0CC-448BAC59C707}" type="sibTrans" cxnId="{F2E4F101-F615-465A-A8B0-2754188D4C9F}">
      <dgm:prSet/>
      <dgm:spPr/>
      <dgm:t>
        <a:bodyPr/>
        <a:lstStyle/>
        <a:p>
          <a:endParaRPr lang="en-SG"/>
        </a:p>
      </dgm:t>
    </dgm:pt>
    <dgm:pt modelId="{FE2C9E70-73C3-4B61-A1E7-7CDAA5B842BA}">
      <dgm:prSet phldrT="[Text]"/>
      <dgm:spPr/>
      <dgm:t>
        <a:bodyPr/>
        <a:lstStyle/>
        <a:p>
          <a:r>
            <a:rPr lang="en-SG" dirty="0"/>
            <a:t>Production</a:t>
          </a:r>
        </a:p>
      </dgm:t>
    </dgm:pt>
    <dgm:pt modelId="{F36F65C2-012A-438D-9108-1206A3FF4C68}" type="parTrans" cxnId="{4D1FC16B-C291-4541-AC15-753DE0F4E6E4}">
      <dgm:prSet/>
      <dgm:spPr/>
      <dgm:t>
        <a:bodyPr/>
        <a:lstStyle/>
        <a:p>
          <a:endParaRPr lang="en-SG"/>
        </a:p>
      </dgm:t>
    </dgm:pt>
    <dgm:pt modelId="{6E10EA25-8960-48D5-98AA-6B4506DC7097}" type="sibTrans" cxnId="{4D1FC16B-C291-4541-AC15-753DE0F4E6E4}">
      <dgm:prSet/>
      <dgm:spPr/>
      <dgm:t>
        <a:bodyPr/>
        <a:lstStyle/>
        <a:p>
          <a:endParaRPr lang="en-SG"/>
        </a:p>
      </dgm:t>
    </dgm:pt>
    <dgm:pt modelId="{121E2364-98B6-44B8-9AE6-F57A60750C9D}">
      <dgm:prSet phldrT="[Text]"/>
      <dgm:spPr/>
      <dgm:t>
        <a:bodyPr/>
        <a:lstStyle/>
        <a:p>
          <a:pPr algn="l"/>
          <a:r>
            <a:rPr lang="en-SG" dirty="0"/>
            <a:t>Not started yet</a:t>
          </a:r>
        </a:p>
      </dgm:t>
    </dgm:pt>
    <dgm:pt modelId="{59DE3925-7010-431C-858F-F264CA56A648}" type="parTrans" cxnId="{15D4F5ED-2C8C-4965-A45C-67C539C182E6}">
      <dgm:prSet/>
      <dgm:spPr/>
      <dgm:t>
        <a:bodyPr/>
        <a:lstStyle/>
        <a:p>
          <a:endParaRPr lang="en-SG"/>
        </a:p>
      </dgm:t>
    </dgm:pt>
    <dgm:pt modelId="{8982882E-D66A-4252-BCFB-D55E89BEF7B6}" type="sibTrans" cxnId="{15D4F5ED-2C8C-4965-A45C-67C539C182E6}">
      <dgm:prSet/>
      <dgm:spPr/>
      <dgm:t>
        <a:bodyPr/>
        <a:lstStyle/>
        <a:p>
          <a:endParaRPr lang="en-SG"/>
        </a:p>
      </dgm:t>
    </dgm:pt>
    <dgm:pt modelId="{DCC2B368-B526-4674-9AFD-5CE0D314F09D}">
      <dgm:prSet phldrT="[Text]"/>
      <dgm:spPr/>
      <dgm:t>
        <a:bodyPr/>
        <a:lstStyle/>
        <a:p>
          <a:r>
            <a:rPr lang="en-SG" dirty="0"/>
            <a:t>We need to test parsing and DB RAM usage</a:t>
          </a:r>
        </a:p>
      </dgm:t>
    </dgm:pt>
    <dgm:pt modelId="{610401F8-02FB-4930-B8A9-55B3406778C2}" type="parTrans" cxnId="{4575F652-E2ED-45B2-B204-90A604AC2F5F}">
      <dgm:prSet/>
      <dgm:spPr/>
      <dgm:t>
        <a:bodyPr/>
        <a:lstStyle/>
        <a:p>
          <a:endParaRPr lang="en-SG"/>
        </a:p>
      </dgm:t>
    </dgm:pt>
    <dgm:pt modelId="{06F7288B-08A5-44D0-8294-DE212BFAAC11}" type="sibTrans" cxnId="{4575F652-E2ED-45B2-B204-90A604AC2F5F}">
      <dgm:prSet/>
      <dgm:spPr/>
      <dgm:t>
        <a:bodyPr/>
        <a:lstStyle/>
        <a:p>
          <a:endParaRPr lang="en-SG"/>
        </a:p>
      </dgm:t>
    </dgm:pt>
    <dgm:pt modelId="{6A01DABA-A1A2-4CD9-B2EC-D49CBA1A5302}" type="pres">
      <dgm:prSet presAssocID="{9ACF95ED-1A83-4F28-B618-DFC0258E3401}" presName="rootnode" presStyleCnt="0">
        <dgm:presLayoutVars>
          <dgm:chMax/>
          <dgm:chPref/>
          <dgm:dir/>
          <dgm:animLvl val="lvl"/>
        </dgm:presLayoutVars>
      </dgm:prSet>
      <dgm:spPr/>
    </dgm:pt>
    <dgm:pt modelId="{B97F03E5-3322-4E22-981E-D0ECAE074560}" type="pres">
      <dgm:prSet presAssocID="{133855F5-4AB6-47F6-A006-8CF3B5224983}" presName="composite" presStyleCnt="0"/>
      <dgm:spPr/>
    </dgm:pt>
    <dgm:pt modelId="{314E720C-5B43-45ED-AFEC-EF39F1626035}" type="pres">
      <dgm:prSet presAssocID="{133855F5-4AB6-47F6-A006-8CF3B5224983}" presName="bentUpArrow1" presStyleLbl="alignImgPlace1" presStyleIdx="0" presStyleCnt="3"/>
      <dgm:spPr/>
    </dgm:pt>
    <dgm:pt modelId="{04E9015F-4A3F-4AA5-97F5-E9548D7CEF56}" type="pres">
      <dgm:prSet presAssocID="{133855F5-4AB6-47F6-A006-8CF3B5224983}" presName="ParentText" presStyleLbl="node1" presStyleIdx="0" presStyleCnt="4">
        <dgm:presLayoutVars>
          <dgm:chMax val="1"/>
          <dgm:chPref val="1"/>
          <dgm:bulletEnabled val="1"/>
        </dgm:presLayoutVars>
      </dgm:prSet>
      <dgm:spPr/>
    </dgm:pt>
    <dgm:pt modelId="{32829251-977B-429B-AE9F-DCD5FAD85AEA}" type="pres">
      <dgm:prSet presAssocID="{133855F5-4AB6-47F6-A006-8CF3B5224983}" presName="ChildText" presStyleLbl="revTx" presStyleIdx="0" presStyleCnt="4">
        <dgm:presLayoutVars>
          <dgm:chMax val="0"/>
          <dgm:chPref val="0"/>
          <dgm:bulletEnabled val="1"/>
        </dgm:presLayoutVars>
      </dgm:prSet>
      <dgm:spPr/>
    </dgm:pt>
    <dgm:pt modelId="{B83A54D9-07A2-43F2-9EA7-7BE455072766}" type="pres">
      <dgm:prSet presAssocID="{B592F4D5-E4F1-4F63-AB3B-9F5E13E25B99}" presName="sibTrans" presStyleCnt="0"/>
      <dgm:spPr/>
    </dgm:pt>
    <dgm:pt modelId="{467320A4-D69A-40CD-97ED-4DE9885144AF}" type="pres">
      <dgm:prSet presAssocID="{0F48EB60-73EC-4269-A75E-92FC977EE1A7}" presName="composite" presStyleCnt="0"/>
      <dgm:spPr/>
    </dgm:pt>
    <dgm:pt modelId="{78CFD32E-F5F2-42D7-AE40-FAD7D03EB189}" type="pres">
      <dgm:prSet presAssocID="{0F48EB60-73EC-4269-A75E-92FC977EE1A7}" presName="bentUpArrow1" presStyleLbl="alignImgPlace1" presStyleIdx="1" presStyleCnt="3"/>
      <dgm:spPr/>
    </dgm:pt>
    <dgm:pt modelId="{37DA68FB-FB2E-4FFD-A982-1229BFB14EC3}" type="pres">
      <dgm:prSet presAssocID="{0F48EB60-73EC-4269-A75E-92FC977EE1A7}" presName="ParentText" presStyleLbl="node1" presStyleIdx="1" presStyleCnt="4">
        <dgm:presLayoutVars>
          <dgm:chMax val="1"/>
          <dgm:chPref val="1"/>
          <dgm:bulletEnabled val="1"/>
        </dgm:presLayoutVars>
      </dgm:prSet>
      <dgm:spPr/>
    </dgm:pt>
    <dgm:pt modelId="{A4900580-107B-423A-95CD-78686B36DA0E}" type="pres">
      <dgm:prSet presAssocID="{0F48EB60-73EC-4269-A75E-92FC977EE1A7}" presName="ChildText" presStyleLbl="revTx" presStyleIdx="1" presStyleCnt="4">
        <dgm:presLayoutVars>
          <dgm:chMax val="0"/>
          <dgm:chPref val="0"/>
          <dgm:bulletEnabled val="1"/>
        </dgm:presLayoutVars>
      </dgm:prSet>
      <dgm:spPr/>
    </dgm:pt>
    <dgm:pt modelId="{26CA0C59-8D7F-4236-AD72-79CE79550734}" type="pres">
      <dgm:prSet presAssocID="{C59A1D78-048D-4500-84D4-16C59C1C8252}" presName="sibTrans" presStyleCnt="0"/>
      <dgm:spPr/>
    </dgm:pt>
    <dgm:pt modelId="{ECE7C5C7-B269-4253-8D88-5E4650D3BFFF}" type="pres">
      <dgm:prSet presAssocID="{79DCCAA7-21DD-4AA7-9226-CA2F1E3F9EDF}" presName="composite" presStyleCnt="0"/>
      <dgm:spPr/>
    </dgm:pt>
    <dgm:pt modelId="{AB5BF229-E515-4758-BFB5-3EEDDC946206}" type="pres">
      <dgm:prSet presAssocID="{79DCCAA7-21DD-4AA7-9226-CA2F1E3F9EDF}" presName="bentUpArrow1" presStyleLbl="alignImgPlace1" presStyleIdx="2" presStyleCnt="3"/>
      <dgm:spPr/>
    </dgm:pt>
    <dgm:pt modelId="{1E66FA59-EAFE-4CE6-9715-6B0D6E919D74}" type="pres">
      <dgm:prSet presAssocID="{79DCCAA7-21DD-4AA7-9226-CA2F1E3F9EDF}" presName="ParentText" presStyleLbl="node1" presStyleIdx="2" presStyleCnt="4">
        <dgm:presLayoutVars>
          <dgm:chMax val="1"/>
          <dgm:chPref val="1"/>
          <dgm:bulletEnabled val="1"/>
        </dgm:presLayoutVars>
      </dgm:prSet>
      <dgm:spPr/>
    </dgm:pt>
    <dgm:pt modelId="{D6C17605-4223-43F1-8A06-FD1B136EF9AA}" type="pres">
      <dgm:prSet presAssocID="{79DCCAA7-21DD-4AA7-9226-CA2F1E3F9EDF}" presName="ChildText" presStyleLbl="revTx" presStyleIdx="2" presStyleCnt="4">
        <dgm:presLayoutVars>
          <dgm:chMax val="0"/>
          <dgm:chPref val="0"/>
          <dgm:bulletEnabled val="1"/>
        </dgm:presLayoutVars>
      </dgm:prSet>
      <dgm:spPr/>
    </dgm:pt>
    <dgm:pt modelId="{A4409230-4D98-4564-8104-AEA9496716D1}" type="pres">
      <dgm:prSet presAssocID="{44CD919A-B229-4568-B0E9-93D9B4DE964C}" presName="sibTrans" presStyleCnt="0"/>
      <dgm:spPr/>
    </dgm:pt>
    <dgm:pt modelId="{DF3610B2-FDDF-403A-8A93-0E88F32D6158}" type="pres">
      <dgm:prSet presAssocID="{FE2C9E70-73C3-4B61-A1E7-7CDAA5B842BA}" presName="composite" presStyleCnt="0"/>
      <dgm:spPr/>
    </dgm:pt>
    <dgm:pt modelId="{8B2AA6FD-4537-425E-ABA4-68F9D807C75E}" type="pres">
      <dgm:prSet presAssocID="{FE2C9E70-73C3-4B61-A1E7-7CDAA5B842BA}" presName="ParentText" presStyleLbl="node1" presStyleIdx="3" presStyleCnt="4">
        <dgm:presLayoutVars>
          <dgm:chMax val="1"/>
          <dgm:chPref val="1"/>
          <dgm:bulletEnabled val="1"/>
        </dgm:presLayoutVars>
      </dgm:prSet>
      <dgm:spPr/>
    </dgm:pt>
    <dgm:pt modelId="{18913296-20DB-4CA0-87D8-190BFD788857}" type="pres">
      <dgm:prSet presAssocID="{FE2C9E70-73C3-4B61-A1E7-7CDAA5B842BA}" presName="FinalChildText" presStyleLbl="revTx" presStyleIdx="3" presStyleCnt="4">
        <dgm:presLayoutVars>
          <dgm:chMax val="0"/>
          <dgm:chPref val="0"/>
          <dgm:bulletEnabled val="1"/>
        </dgm:presLayoutVars>
      </dgm:prSet>
      <dgm:spPr/>
    </dgm:pt>
  </dgm:ptLst>
  <dgm:cxnLst>
    <dgm:cxn modelId="{F2E4F101-F615-465A-A8B0-2754188D4C9F}" srcId="{79DCCAA7-21DD-4AA7-9226-CA2F1E3F9EDF}" destId="{5ACD5479-BDF1-4149-95E0-5FE9AB19E71B}" srcOrd="0" destOrd="0" parTransId="{5EC650E8-67C9-417A-9A4F-A1783D5138F0}" sibTransId="{081AB365-D4D5-4BB1-A0CC-448BAC59C707}"/>
    <dgm:cxn modelId="{858D2B03-CC01-4D4A-AC8C-D1FD7A66CAB1}" type="presOf" srcId="{5ACD5479-BDF1-4149-95E0-5FE9AB19E71B}" destId="{D6C17605-4223-43F1-8A06-FD1B136EF9AA}" srcOrd="0" destOrd="0" presId="urn:microsoft.com/office/officeart/2005/8/layout/StepDownProcess"/>
    <dgm:cxn modelId="{A6231C0E-E3A5-4150-B43C-A502D1FF6DA2}" srcId="{9ACF95ED-1A83-4F28-B618-DFC0258E3401}" destId="{0F48EB60-73EC-4269-A75E-92FC977EE1A7}" srcOrd="1" destOrd="0" parTransId="{567DBD72-496D-44C9-AD59-67165F142574}" sibTransId="{C59A1D78-048D-4500-84D4-16C59C1C8252}"/>
    <dgm:cxn modelId="{6F5CE113-1837-4CE8-BD63-A467B89ECDA1}" type="presOf" srcId="{0F48EB60-73EC-4269-A75E-92FC977EE1A7}" destId="{37DA68FB-FB2E-4FFD-A982-1229BFB14EC3}" srcOrd="0" destOrd="0" presId="urn:microsoft.com/office/officeart/2005/8/layout/StepDownProcess"/>
    <dgm:cxn modelId="{A2819560-BF50-40B3-BFCF-1AAE112C0A7A}" type="presOf" srcId="{FE2C9E70-73C3-4B61-A1E7-7CDAA5B842BA}" destId="{8B2AA6FD-4537-425E-ABA4-68F9D807C75E}" srcOrd="0" destOrd="0" presId="urn:microsoft.com/office/officeart/2005/8/layout/StepDownProcess"/>
    <dgm:cxn modelId="{E815CE64-3612-4934-98C1-6E56ECC86668}" type="presOf" srcId="{611D38ED-CEB5-4CB5-985F-C9798A104B00}" destId="{32829251-977B-429B-AE9F-DCD5FAD85AEA}" srcOrd="0" destOrd="0" presId="urn:microsoft.com/office/officeart/2005/8/layout/StepDownProcess"/>
    <dgm:cxn modelId="{1ADD404B-D5C0-473B-94E8-9A88BE11CBD0}" srcId="{9ACF95ED-1A83-4F28-B618-DFC0258E3401}" destId="{133855F5-4AB6-47F6-A006-8CF3B5224983}" srcOrd="0" destOrd="0" parTransId="{543B5809-ECDE-479F-976B-50B4F1196800}" sibTransId="{B592F4D5-E4F1-4F63-AB3B-9F5E13E25B99}"/>
    <dgm:cxn modelId="{4D1FC16B-C291-4541-AC15-753DE0F4E6E4}" srcId="{9ACF95ED-1A83-4F28-B618-DFC0258E3401}" destId="{FE2C9E70-73C3-4B61-A1E7-7CDAA5B842BA}" srcOrd="3" destOrd="0" parTransId="{F36F65C2-012A-438D-9108-1206A3FF4C68}" sibTransId="{6E10EA25-8960-48D5-98AA-6B4506DC7097}"/>
    <dgm:cxn modelId="{E1C4AE6E-B68E-4E06-AAA1-51C4C2921AE1}" type="presOf" srcId="{79DCCAA7-21DD-4AA7-9226-CA2F1E3F9EDF}" destId="{1E66FA59-EAFE-4CE6-9715-6B0D6E919D74}" srcOrd="0" destOrd="0" presId="urn:microsoft.com/office/officeart/2005/8/layout/StepDownProcess"/>
    <dgm:cxn modelId="{BD47F450-70A0-4915-87B2-6190C8EB51E1}" type="presOf" srcId="{982E8AE0-E6C2-4419-B279-3C4B9B4DD8CB}" destId="{A4900580-107B-423A-95CD-78686B36DA0E}" srcOrd="0" destOrd="0" presId="urn:microsoft.com/office/officeart/2005/8/layout/StepDownProcess"/>
    <dgm:cxn modelId="{4575F652-E2ED-45B2-B204-90A604AC2F5F}" srcId="{79DCCAA7-21DD-4AA7-9226-CA2F1E3F9EDF}" destId="{DCC2B368-B526-4674-9AFD-5CE0D314F09D}" srcOrd="1" destOrd="0" parTransId="{610401F8-02FB-4930-B8A9-55B3406778C2}" sibTransId="{06F7288B-08A5-44D0-8294-DE212BFAAC11}"/>
    <dgm:cxn modelId="{A996777B-58D9-4016-883C-EC0AF0D72370}" type="presOf" srcId="{121E2364-98B6-44B8-9AE6-F57A60750C9D}" destId="{18913296-20DB-4CA0-87D8-190BFD788857}" srcOrd="0" destOrd="0" presId="urn:microsoft.com/office/officeart/2005/8/layout/StepDownProcess"/>
    <dgm:cxn modelId="{BEF3528C-0998-4A81-91A1-0430663C8583}" type="presOf" srcId="{DCC2B368-B526-4674-9AFD-5CE0D314F09D}" destId="{D6C17605-4223-43F1-8A06-FD1B136EF9AA}" srcOrd="0" destOrd="1" presId="urn:microsoft.com/office/officeart/2005/8/layout/StepDownProcess"/>
    <dgm:cxn modelId="{D330DDB6-978E-41C2-8BD5-AC277CEA64B3}" srcId="{0F48EB60-73EC-4269-A75E-92FC977EE1A7}" destId="{982E8AE0-E6C2-4419-B279-3C4B9B4DD8CB}" srcOrd="0" destOrd="0" parTransId="{82716AAE-FA72-4269-809F-FCF93253F08F}" sibTransId="{CA3F8A09-4679-474D-87C1-B180E9FD93FE}"/>
    <dgm:cxn modelId="{863F3DBE-69B1-4D96-AB01-D128F6094AB3}" srcId="{133855F5-4AB6-47F6-A006-8CF3B5224983}" destId="{611D38ED-CEB5-4CB5-985F-C9798A104B00}" srcOrd="0" destOrd="0" parTransId="{A79BBA5F-AA38-4D95-9BCB-73EDC88C14AB}" sibTransId="{CBD5FE3C-FCC9-43F5-B777-850664974464}"/>
    <dgm:cxn modelId="{2BAA9CC4-1C81-49D4-B192-F06CC09EC233}" type="presOf" srcId="{9ACF95ED-1A83-4F28-B618-DFC0258E3401}" destId="{6A01DABA-A1A2-4CD9-B2EC-D49CBA1A5302}" srcOrd="0" destOrd="0" presId="urn:microsoft.com/office/officeart/2005/8/layout/StepDownProcess"/>
    <dgm:cxn modelId="{A3BEF1EA-722A-4859-A539-F16B22DF60FC}" type="presOf" srcId="{133855F5-4AB6-47F6-A006-8CF3B5224983}" destId="{04E9015F-4A3F-4AA5-97F5-E9548D7CEF56}" srcOrd="0" destOrd="0" presId="urn:microsoft.com/office/officeart/2005/8/layout/StepDownProcess"/>
    <dgm:cxn modelId="{15D4F5ED-2C8C-4965-A45C-67C539C182E6}" srcId="{FE2C9E70-73C3-4B61-A1E7-7CDAA5B842BA}" destId="{121E2364-98B6-44B8-9AE6-F57A60750C9D}" srcOrd="0" destOrd="0" parTransId="{59DE3925-7010-431C-858F-F264CA56A648}" sibTransId="{8982882E-D66A-4252-BCFB-D55E89BEF7B6}"/>
    <dgm:cxn modelId="{893F74FB-F27F-4C71-8CA5-0EFC60E025A0}" srcId="{9ACF95ED-1A83-4F28-B618-DFC0258E3401}" destId="{79DCCAA7-21DD-4AA7-9226-CA2F1E3F9EDF}" srcOrd="2" destOrd="0" parTransId="{07B858AE-B22A-4C69-8005-9015F4CE9FB9}" sibTransId="{44CD919A-B229-4568-B0E9-93D9B4DE964C}"/>
    <dgm:cxn modelId="{CF4C9201-BE07-4554-936C-67E0616367BE}" type="presParOf" srcId="{6A01DABA-A1A2-4CD9-B2EC-D49CBA1A5302}" destId="{B97F03E5-3322-4E22-981E-D0ECAE074560}" srcOrd="0" destOrd="0" presId="urn:microsoft.com/office/officeart/2005/8/layout/StepDownProcess"/>
    <dgm:cxn modelId="{B0FC6F54-A34A-4CF2-BA2B-81C8F1673F7E}" type="presParOf" srcId="{B97F03E5-3322-4E22-981E-D0ECAE074560}" destId="{314E720C-5B43-45ED-AFEC-EF39F1626035}" srcOrd="0" destOrd="0" presId="urn:microsoft.com/office/officeart/2005/8/layout/StepDownProcess"/>
    <dgm:cxn modelId="{2CC23388-D38E-44FF-860B-287321A5AB40}" type="presParOf" srcId="{B97F03E5-3322-4E22-981E-D0ECAE074560}" destId="{04E9015F-4A3F-4AA5-97F5-E9548D7CEF56}" srcOrd="1" destOrd="0" presId="urn:microsoft.com/office/officeart/2005/8/layout/StepDownProcess"/>
    <dgm:cxn modelId="{9C4D8360-1925-4CDF-9BA2-D7852E404B0D}" type="presParOf" srcId="{B97F03E5-3322-4E22-981E-D0ECAE074560}" destId="{32829251-977B-429B-AE9F-DCD5FAD85AEA}" srcOrd="2" destOrd="0" presId="urn:microsoft.com/office/officeart/2005/8/layout/StepDownProcess"/>
    <dgm:cxn modelId="{CE197E94-3337-4552-9729-ABBBEFAAEC90}" type="presParOf" srcId="{6A01DABA-A1A2-4CD9-B2EC-D49CBA1A5302}" destId="{B83A54D9-07A2-43F2-9EA7-7BE455072766}" srcOrd="1" destOrd="0" presId="urn:microsoft.com/office/officeart/2005/8/layout/StepDownProcess"/>
    <dgm:cxn modelId="{3211CB61-6536-4A0E-B55D-8F0F30FEDA5C}" type="presParOf" srcId="{6A01DABA-A1A2-4CD9-B2EC-D49CBA1A5302}" destId="{467320A4-D69A-40CD-97ED-4DE9885144AF}" srcOrd="2" destOrd="0" presId="urn:microsoft.com/office/officeart/2005/8/layout/StepDownProcess"/>
    <dgm:cxn modelId="{88B41972-1CE7-42CE-AAC2-03E4D1415399}" type="presParOf" srcId="{467320A4-D69A-40CD-97ED-4DE9885144AF}" destId="{78CFD32E-F5F2-42D7-AE40-FAD7D03EB189}" srcOrd="0" destOrd="0" presId="urn:microsoft.com/office/officeart/2005/8/layout/StepDownProcess"/>
    <dgm:cxn modelId="{2CA4F10A-4F31-4ACB-9088-901651B5B585}" type="presParOf" srcId="{467320A4-D69A-40CD-97ED-4DE9885144AF}" destId="{37DA68FB-FB2E-4FFD-A982-1229BFB14EC3}" srcOrd="1" destOrd="0" presId="urn:microsoft.com/office/officeart/2005/8/layout/StepDownProcess"/>
    <dgm:cxn modelId="{777E6C29-A843-41DF-82D8-F16DDE1864A1}" type="presParOf" srcId="{467320A4-D69A-40CD-97ED-4DE9885144AF}" destId="{A4900580-107B-423A-95CD-78686B36DA0E}" srcOrd="2" destOrd="0" presId="urn:microsoft.com/office/officeart/2005/8/layout/StepDownProcess"/>
    <dgm:cxn modelId="{4C6DDBBD-397C-4BBE-90A2-49C07232F81A}" type="presParOf" srcId="{6A01DABA-A1A2-4CD9-B2EC-D49CBA1A5302}" destId="{26CA0C59-8D7F-4236-AD72-79CE79550734}" srcOrd="3" destOrd="0" presId="urn:microsoft.com/office/officeart/2005/8/layout/StepDownProcess"/>
    <dgm:cxn modelId="{0557CDDC-80CE-4AAC-BDD9-D3270B8A855C}" type="presParOf" srcId="{6A01DABA-A1A2-4CD9-B2EC-D49CBA1A5302}" destId="{ECE7C5C7-B269-4253-8D88-5E4650D3BFFF}" srcOrd="4" destOrd="0" presId="urn:microsoft.com/office/officeart/2005/8/layout/StepDownProcess"/>
    <dgm:cxn modelId="{B86C4FB0-CDB8-42D3-9EC0-3EAB2C13B320}" type="presParOf" srcId="{ECE7C5C7-B269-4253-8D88-5E4650D3BFFF}" destId="{AB5BF229-E515-4758-BFB5-3EEDDC946206}" srcOrd="0" destOrd="0" presId="urn:microsoft.com/office/officeart/2005/8/layout/StepDownProcess"/>
    <dgm:cxn modelId="{D111394D-8B08-43FB-BDBE-8BF9D702E0A2}" type="presParOf" srcId="{ECE7C5C7-B269-4253-8D88-5E4650D3BFFF}" destId="{1E66FA59-EAFE-4CE6-9715-6B0D6E919D74}" srcOrd="1" destOrd="0" presId="urn:microsoft.com/office/officeart/2005/8/layout/StepDownProcess"/>
    <dgm:cxn modelId="{2B45028F-2DBB-4921-8BFC-726BB6681806}" type="presParOf" srcId="{ECE7C5C7-B269-4253-8D88-5E4650D3BFFF}" destId="{D6C17605-4223-43F1-8A06-FD1B136EF9AA}" srcOrd="2" destOrd="0" presId="urn:microsoft.com/office/officeart/2005/8/layout/StepDownProcess"/>
    <dgm:cxn modelId="{D27E57A3-7519-4F3D-979A-1AD0D0270362}" type="presParOf" srcId="{6A01DABA-A1A2-4CD9-B2EC-D49CBA1A5302}" destId="{A4409230-4D98-4564-8104-AEA9496716D1}" srcOrd="5" destOrd="0" presId="urn:microsoft.com/office/officeart/2005/8/layout/StepDownProcess"/>
    <dgm:cxn modelId="{E212AD31-0417-4644-987B-41AA835175E3}" type="presParOf" srcId="{6A01DABA-A1A2-4CD9-B2EC-D49CBA1A5302}" destId="{DF3610B2-FDDF-403A-8A93-0E88F32D6158}" srcOrd="6" destOrd="0" presId="urn:microsoft.com/office/officeart/2005/8/layout/StepDownProcess"/>
    <dgm:cxn modelId="{CDA55889-7FBB-4783-8DDB-7510B41EDEDC}" type="presParOf" srcId="{DF3610B2-FDDF-403A-8A93-0E88F32D6158}" destId="{8B2AA6FD-4537-425E-ABA4-68F9D807C75E}" srcOrd="0" destOrd="0" presId="urn:microsoft.com/office/officeart/2005/8/layout/StepDownProcess"/>
    <dgm:cxn modelId="{2F243068-4EB0-4877-8E35-737840DABFB3}" type="presParOf" srcId="{DF3610B2-FDDF-403A-8A93-0E88F32D6158}" destId="{18913296-20DB-4CA0-87D8-190BFD788857}" srcOrd="1"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1AB29A7-9844-4B44-AFB4-EFB5044D15D3}" type="doc">
      <dgm:prSet loTypeId="urn:microsoft.com/office/officeart/2005/8/layout/process1" loCatId="process" qsTypeId="urn:microsoft.com/office/officeart/2005/8/quickstyle/simple1" qsCatId="simple" csTypeId="urn:microsoft.com/office/officeart/2005/8/colors/accent1_2" csCatId="accent1" phldr="1"/>
      <dgm:spPr/>
    </dgm:pt>
    <dgm:pt modelId="{E9D64F20-8C63-497B-AD25-A4D4F73CB347}">
      <dgm:prSet phldrT="[Text]"/>
      <dgm:spPr/>
      <dgm:t>
        <a:bodyPr/>
        <a:lstStyle/>
        <a:p>
          <a:r>
            <a:rPr lang="en-SG" dirty="0"/>
            <a:t>Jan 25:</a:t>
          </a:r>
        </a:p>
      </dgm:t>
    </dgm:pt>
    <dgm:pt modelId="{F8C3061C-E299-4D77-B1B6-849B8A7996FF}" type="parTrans" cxnId="{E2D05A2A-85BF-453A-BF10-A2FD063E0291}">
      <dgm:prSet/>
      <dgm:spPr/>
      <dgm:t>
        <a:bodyPr/>
        <a:lstStyle/>
        <a:p>
          <a:endParaRPr lang="en-SG"/>
        </a:p>
      </dgm:t>
    </dgm:pt>
    <dgm:pt modelId="{DC5A0C8E-01B2-410E-A08A-70B9AE74CA86}" type="sibTrans" cxnId="{E2D05A2A-85BF-453A-BF10-A2FD063E0291}">
      <dgm:prSet/>
      <dgm:spPr/>
      <dgm:t>
        <a:bodyPr/>
        <a:lstStyle/>
        <a:p>
          <a:endParaRPr lang="en-SG"/>
        </a:p>
      </dgm:t>
    </dgm:pt>
    <dgm:pt modelId="{9518EBBA-E947-4A2B-8C3A-850B53C096F6}">
      <dgm:prSet phldrT="[Text]"/>
      <dgm:spPr/>
      <dgm:t>
        <a:bodyPr/>
        <a:lstStyle/>
        <a:p>
          <a:r>
            <a:rPr lang="en-SG" dirty="0"/>
            <a:t>Feb 25:</a:t>
          </a:r>
        </a:p>
      </dgm:t>
    </dgm:pt>
    <dgm:pt modelId="{A9488CF4-22A3-45E0-9469-1FF4C79EB6B0}" type="parTrans" cxnId="{22D7AEC9-D559-443E-B43F-F8E2FAC57E74}">
      <dgm:prSet/>
      <dgm:spPr/>
      <dgm:t>
        <a:bodyPr/>
        <a:lstStyle/>
        <a:p>
          <a:endParaRPr lang="en-SG"/>
        </a:p>
      </dgm:t>
    </dgm:pt>
    <dgm:pt modelId="{5E235423-E97D-4DFB-AC79-EAB75FB10991}" type="sibTrans" cxnId="{22D7AEC9-D559-443E-B43F-F8E2FAC57E74}">
      <dgm:prSet/>
      <dgm:spPr/>
      <dgm:t>
        <a:bodyPr/>
        <a:lstStyle/>
        <a:p>
          <a:endParaRPr lang="en-SG"/>
        </a:p>
      </dgm:t>
    </dgm:pt>
    <dgm:pt modelId="{EAA13E30-180F-4DD6-BB62-D92A4B858BCE}">
      <dgm:prSet phldrT="[Text]"/>
      <dgm:spPr/>
      <dgm:t>
        <a:bodyPr/>
        <a:lstStyle/>
        <a:p>
          <a:r>
            <a:rPr lang="en-SG" dirty="0"/>
            <a:t>Mar 25:</a:t>
          </a:r>
        </a:p>
      </dgm:t>
    </dgm:pt>
    <dgm:pt modelId="{48B795C8-127A-427A-A258-CFA4BC93AD16}" type="parTrans" cxnId="{838471E0-F1A9-4BAA-A96D-6E1B9993CD8E}">
      <dgm:prSet/>
      <dgm:spPr/>
      <dgm:t>
        <a:bodyPr/>
        <a:lstStyle/>
        <a:p>
          <a:endParaRPr lang="en-SG"/>
        </a:p>
      </dgm:t>
    </dgm:pt>
    <dgm:pt modelId="{E62E3A4E-C895-4B0C-BC4A-8C175E69C37D}" type="sibTrans" cxnId="{838471E0-F1A9-4BAA-A96D-6E1B9993CD8E}">
      <dgm:prSet/>
      <dgm:spPr/>
      <dgm:t>
        <a:bodyPr/>
        <a:lstStyle/>
        <a:p>
          <a:endParaRPr lang="en-SG"/>
        </a:p>
      </dgm:t>
    </dgm:pt>
    <dgm:pt modelId="{B75B67BA-4B29-477B-9B59-888AD49A01F2}">
      <dgm:prSet phldrT="[Text]"/>
      <dgm:spPr/>
      <dgm:t>
        <a:bodyPr/>
        <a:lstStyle/>
        <a:p>
          <a:r>
            <a:rPr lang="en-SG" dirty="0"/>
            <a:t>Cleanup of repository</a:t>
          </a:r>
        </a:p>
      </dgm:t>
    </dgm:pt>
    <dgm:pt modelId="{ACBFA104-CBEF-4B70-82DC-3C83AF78D9A0}" type="parTrans" cxnId="{F57D9CA3-059A-43FE-ADFE-9D5A4F9A9448}">
      <dgm:prSet/>
      <dgm:spPr/>
      <dgm:t>
        <a:bodyPr/>
        <a:lstStyle/>
        <a:p>
          <a:endParaRPr lang="en-SG"/>
        </a:p>
      </dgm:t>
    </dgm:pt>
    <dgm:pt modelId="{87739BD6-0239-4E80-BBBF-AAAF452AB850}" type="sibTrans" cxnId="{F57D9CA3-059A-43FE-ADFE-9D5A4F9A9448}">
      <dgm:prSet/>
      <dgm:spPr/>
      <dgm:t>
        <a:bodyPr/>
        <a:lstStyle/>
        <a:p>
          <a:endParaRPr lang="en-SG"/>
        </a:p>
      </dgm:t>
    </dgm:pt>
    <dgm:pt modelId="{9B482732-613D-44B2-AD48-997216991603}">
      <dgm:prSet phldrT="[Text]"/>
      <dgm:spPr/>
      <dgm:t>
        <a:bodyPr/>
        <a:lstStyle/>
        <a:p>
          <a:r>
            <a:rPr lang="en-SG" dirty="0"/>
            <a:t>Production for 1:1 analysis</a:t>
          </a:r>
        </a:p>
      </dgm:t>
    </dgm:pt>
    <dgm:pt modelId="{CA2B4AF7-06F6-4F6A-BEAB-70DBD6951ED1}" type="parTrans" cxnId="{A3AEC612-A6B1-46A7-9098-043E8C4B969C}">
      <dgm:prSet/>
      <dgm:spPr/>
      <dgm:t>
        <a:bodyPr/>
        <a:lstStyle/>
        <a:p>
          <a:endParaRPr lang="en-SG"/>
        </a:p>
      </dgm:t>
    </dgm:pt>
    <dgm:pt modelId="{1BDD4C41-C9EB-48F0-AA21-A83E2884CF7B}" type="sibTrans" cxnId="{A3AEC612-A6B1-46A7-9098-043E8C4B969C}">
      <dgm:prSet/>
      <dgm:spPr/>
      <dgm:t>
        <a:bodyPr/>
        <a:lstStyle/>
        <a:p>
          <a:endParaRPr lang="en-SG"/>
        </a:p>
      </dgm:t>
    </dgm:pt>
    <dgm:pt modelId="{A0143F7E-B5D7-408A-ADC2-ECAF1976DFCE}">
      <dgm:prSet phldrT="[Text]"/>
      <dgm:spPr/>
      <dgm:t>
        <a:bodyPr/>
        <a:lstStyle/>
        <a:p>
          <a:r>
            <a:rPr lang="en-SG" dirty="0"/>
            <a:t>Implementation and testing</a:t>
          </a:r>
        </a:p>
      </dgm:t>
    </dgm:pt>
    <dgm:pt modelId="{BD18D7A4-2696-44BA-996D-4B74C69A3DBC}" type="parTrans" cxnId="{29B704E1-C00F-4370-B203-BF3543A5C806}">
      <dgm:prSet/>
      <dgm:spPr/>
      <dgm:t>
        <a:bodyPr/>
        <a:lstStyle/>
        <a:p>
          <a:endParaRPr lang="en-SG"/>
        </a:p>
      </dgm:t>
    </dgm:pt>
    <dgm:pt modelId="{BDB45F63-8A0F-4B6B-9C69-7C9F1190AA63}" type="sibTrans" cxnId="{29B704E1-C00F-4370-B203-BF3543A5C806}">
      <dgm:prSet/>
      <dgm:spPr/>
      <dgm:t>
        <a:bodyPr/>
        <a:lstStyle/>
        <a:p>
          <a:endParaRPr lang="en-SG"/>
        </a:p>
      </dgm:t>
    </dgm:pt>
    <dgm:pt modelId="{0AA86C38-E6B7-409A-8D72-8F565E9D190E}">
      <dgm:prSet phldrT="[Text]"/>
      <dgm:spPr/>
      <dgm:t>
        <a:bodyPr/>
        <a:lstStyle/>
        <a:p>
          <a:r>
            <a:rPr lang="en-SG" dirty="0"/>
            <a:t>Apr 25:</a:t>
          </a:r>
        </a:p>
      </dgm:t>
    </dgm:pt>
    <dgm:pt modelId="{E8B38376-22AC-4D6C-872D-817AE1609983}" type="parTrans" cxnId="{E06EB93D-6258-4C36-A56B-064CA89FCA5D}">
      <dgm:prSet/>
      <dgm:spPr/>
      <dgm:t>
        <a:bodyPr/>
        <a:lstStyle/>
        <a:p>
          <a:endParaRPr lang="en-SG"/>
        </a:p>
      </dgm:t>
    </dgm:pt>
    <dgm:pt modelId="{0A9259DD-E20B-430C-953B-5657BA7C0FE0}" type="sibTrans" cxnId="{E06EB93D-6258-4C36-A56B-064CA89FCA5D}">
      <dgm:prSet/>
      <dgm:spPr/>
      <dgm:t>
        <a:bodyPr/>
        <a:lstStyle/>
        <a:p>
          <a:endParaRPr lang="en-SG"/>
        </a:p>
      </dgm:t>
    </dgm:pt>
    <dgm:pt modelId="{E68A0392-F563-46A4-92E1-4F738D31C2AD}">
      <dgm:prSet phldrT="[Text]"/>
      <dgm:spPr/>
      <dgm:t>
        <a:bodyPr/>
        <a:lstStyle/>
        <a:p>
          <a:r>
            <a:rPr lang="en-SG" dirty="0"/>
            <a:t>Data Migration and Matching 2</a:t>
          </a:r>
        </a:p>
      </dgm:t>
    </dgm:pt>
    <dgm:pt modelId="{51B125C5-A209-465B-97B4-56FD4728C29E}" type="parTrans" cxnId="{8794E6DB-59E5-4F75-A224-6EC73C17139F}">
      <dgm:prSet/>
      <dgm:spPr/>
      <dgm:t>
        <a:bodyPr/>
        <a:lstStyle/>
        <a:p>
          <a:endParaRPr lang="en-SG"/>
        </a:p>
      </dgm:t>
    </dgm:pt>
    <dgm:pt modelId="{DB5E75F1-B220-4E4D-9ECC-BDB07730621A}" type="sibTrans" cxnId="{8794E6DB-59E5-4F75-A224-6EC73C17139F}">
      <dgm:prSet/>
      <dgm:spPr/>
      <dgm:t>
        <a:bodyPr/>
        <a:lstStyle/>
        <a:p>
          <a:endParaRPr lang="en-SG"/>
        </a:p>
      </dgm:t>
    </dgm:pt>
    <dgm:pt modelId="{AF341657-2084-4932-9D74-E61550DC815B}">
      <dgm:prSet phldrT="[Text]"/>
      <dgm:spPr/>
      <dgm:t>
        <a:bodyPr/>
        <a:lstStyle/>
        <a:p>
          <a:r>
            <a:rPr lang="en-SG" dirty="0"/>
            <a:t>Data Migration and Matching 1</a:t>
          </a:r>
        </a:p>
      </dgm:t>
    </dgm:pt>
    <dgm:pt modelId="{84571C6E-7226-4118-AE28-80F8D8DC5A57}" type="parTrans" cxnId="{2E4556FF-73D5-4A6B-B3DE-0AD54BEB84D0}">
      <dgm:prSet/>
      <dgm:spPr/>
      <dgm:t>
        <a:bodyPr/>
        <a:lstStyle/>
        <a:p>
          <a:endParaRPr lang="en-SG"/>
        </a:p>
      </dgm:t>
    </dgm:pt>
    <dgm:pt modelId="{CB8C4690-566A-4FD2-B510-94B82786B2DE}" type="sibTrans" cxnId="{2E4556FF-73D5-4A6B-B3DE-0AD54BEB84D0}">
      <dgm:prSet/>
      <dgm:spPr/>
      <dgm:t>
        <a:bodyPr/>
        <a:lstStyle/>
        <a:p>
          <a:endParaRPr lang="en-SG"/>
        </a:p>
      </dgm:t>
    </dgm:pt>
    <dgm:pt modelId="{C0826F5C-29E7-4561-A094-1C95C7604219}" type="pres">
      <dgm:prSet presAssocID="{E1AB29A7-9844-4B44-AFB4-EFB5044D15D3}" presName="Name0" presStyleCnt="0">
        <dgm:presLayoutVars>
          <dgm:dir/>
          <dgm:resizeHandles val="exact"/>
        </dgm:presLayoutVars>
      </dgm:prSet>
      <dgm:spPr/>
    </dgm:pt>
    <dgm:pt modelId="{ADAB008F-123B-4C02-A8D2-87C03DBEC283}" type="pres">
      <dgm:prSet presAssocID="{E9D64F20-8C63-497B-AD25-A4D4F73CB347}" presName="node" presStyleLbl="node1" presStyleIdx="0" presStyleCnt="4">
        <dgm:presLayoutVars>
          <dgm:bulletEnabled val="1"/>
        </dgm:presLayoutVars>
      </dgm:prSet>
      <dgm:spPr/>
    </dgm:pt>
    <dgm:pt modelId="{6631B14D-497E-4EA4-92A4-DFC38C58D410}" type="pres">
      <dgm:prSet presAssocID="{DC5A0C8E-01B2-410E-A08A-70B9AE74CA86}" presName="sibTrans" presStyleLbl="sibTrans2D1" presStyleIdx="0" presStyleCnt="3"/>
      <dgm:spPr/>
    </dgm:pt>
    <dgm:pt modelId="{46DE6E36-77F3-4A38-AA15-B612AB20E2EF}" type="pres">
      <dgm:prSet presAssocID="{DC5A0C8E-01B2-410E-A08A-70B9AE74CA86}" presName="connectorText" presStyleLbl="sibTrans2D1" presStyleIdx="0" presStyleCnt="3"/>
      <dgm:spPr/>
    </dgm:pt>
    <dgm:pt modelId="{AF1DF51C-DAF7-40F7-A1FA-F35D46B96108}" type="pres">
      <dgm:prSet presAssocID="{9518EBBA-E947-4A2B-8C3A-850B53C096F6}" presName="node" presStyleLbl="node1" presStyleIdx="1" presStyleCnt="4">
        <dgm:presLayoutVars>
          <dgm:bulletEnabled val="1"/>
        </dgm:presLayoutVars>
      </dgm:prSet>
      <dgm:spPr/>
    </dgm:pt>
    <dgm:pt modelId="{D585D83D-A54E-41F1-A48F-6566FE459D2E}" type="pres">
      <dgm:prSet presAssocID="{5E235423-E97D-4DFB-AC79-EAB75FB10991}" presName="sibTrans" presStyleLbl="sibTrans2D1" presStyleIdx="1" presStyleCnt="3"/>
      <dgm:spPr/>
    </dgm:pt>
    <dgm:pt modelId="{ED4E0B20-6141-45C9-814B-273D8360D820}" type="pres">
      <dgm:prSet presAssocID="{5E235423-E97D-4DFB-AC79-EAB75FB10991}" presName="connectorText" presStyleLbl="sibTrans2D1" presStyleIdx="1" presStyleCnt="3"/>
      <dgm:spPr/>
    </dgm:pt>
    <dgm:pt modelId="{1079CD88-B143-4476-861F-14FACA3C86A2}" type="pres">
      <dgm:prSet presAssocID="{EAA13E30-180F-4DD6-BB62-D92A4B858BCE}" presName="node" presStyleLbl="node1" presStyleIdx="2" presStyleCnt="4">
        <dgm:presLayoutVars>
          <dgm:bulletEnabled val="1"/>
        </dgm:presLayoutVars>
      </dgm:prSet>
      <dgm:spPr/>
    </dgm:pt>
    <dgm:pt modelId="{89D27FD6-0237-439E-8A00-1841ECB7721C}" type="pres">
      <dgm:prSet presAssocID="{E62E3A4E-C895-4B0C-BC4A-8C175E69C37D}" presName="sibTrans" presStyleLbl="sibTrans2D1" presStyleIdx="2" presStyleCnt="3"/>
      <dgm:spPr/>
    </dgm:pt>
    <dgm:pt modelId="{B6647190-5D89-4E22-9777-94EF1398741E}" type="pres">
      <dgm:prSet presAssocID="{E62E3A4E-C895-4B0C-BC4A-8C175E69C37D}" presName="connectorText" presStyleLbl="sibTrans2D1" presStyleIdx="2" presStyleCnt="3"/>
      <dgm:spPr/>
    </dgm:pt>
    <dgm:pt modelId="{24D20DE6-6F64-41EE-9D84-7FD885D68E00}" type="pres">
      <dgm:prSet presAssocID="{0AA86C38-E6B7-409A-8D72-8F565E9D190E}" presName="node" presStyleLbl="node1" presStyleIdx="3" presStyleCnt="4">
        <dgm:presLayoutVars>
          <dgm:bulletEnabled val="1"/>
        </dgm:presLayoutVars>
      </dgm:prSet>
      <dgm:spPr/>
    </dgm:pt>
  </dgm:ptLst>
  <dgm:cxnLst>
    <dgm:cxn modelId="{7BD17912-F611-4887-8223-A37975CC11F5}" type="presOf" srcId="{9B482732-613D-44B2-AD48-997216991603}" destId="{1079CD88-B143-4476-861F-14FACA3C86A2}" srcOrd="0" destOrd="1" presId="urn:microsoft.com/office/officeart/2005/8/layout/process1"/>
    <dgm:cxn modelId="{A3AEC612-A6B1-46A7-9098-043E8C4B969C}" srcId="{EAA13E30-180F-4DD6-BB62-D92A4B858BCE}" destId="{9B482732-613D-44B2-AD48-997216991603}" srcOrd="0" destOrd="0" parTransId="{CA2B4AF7-06F6-4F6A-BEAB-70DBD6951ED1}" sibTransId="{1BDD4C41-C9EB-48F0-AA21-A83E2884CF7B}"/>
    <dgm:cxn modelId="{16044220-AA9D-4227-98A2-A65045420669}" type="presOf" srcId="{DC5A0C8E-01B2-410E-A08A-70B9AE74CA86}" destId="{46DE6E36-77F3-4A38-AA15-B612AB20E2EF}" srcOrd="1" destOrd="0" presId="urn:microsoft.com/office/officeart/2005/8/layout/process1"/>
    <dgm:cxn modelId="{45FCC329-B297-402C-A5ED-3B924818C6AC}" type="presOf" srcId="{B75B67BA-4B29-477B-9B59-888AD49A01F2}" destId="{ADAB008F-123B-4C02-A8D2-87C03DBEC283}" srcOrd="0" destOrd="1" presId="urn:microsoft.com/office/officeart/2005/8/layout/process1"/>
    <dgm:cxn modelId="{E2D05A2A-85BF-453A-BF10-A2FD063E0291}" srcId="{E1AB29A7-9844-4B44-AFB4-EFB5044D15D3}" destId="{E9D64F20-8C63-497B-AD25-A4D4F73CB347}" srcOrd="0" destOrd="0" parTransId="{F8C3061C-E299-4D77-B1B6-849B8A7996FF}" sibTransId="{DC5A0C8E-01B2-410E-A08A-70B9AE74CA86}"/>
    <dgm:cxn modelId="{ABBF1031-66BF-4D65-83D5-23DD808AD562}" type="presOf" srcId="{E62E3A4E-C895-4B0C-BC4A-8C175E69C37D}" destId="{B6647190-5D89-4E22-9777-94EF1398741E}" srcOrd="1" destOrd="0" presId="urn:microsoft.com/office/officeart/2005/8/layout/process1"/>
    <dgm:cxn modelId="{E06EB93D-6258-4C36-A56B-064CA89FCA5D}" srcId="{E1AB29A7-9844-4B44-AFB4-EFB5044D15D3}" destId="{0AA86C38-E6B7-409A-8D72-8F565E9D190E}" srcOrd="3" destOrd="0" parTransId="{E8B38376-22AC-4D6C-872D-817AE1609983}" sibTransId="{0A9259DD-E20B-430C-953B-5657BA7C0FE0}"/>
    <dgm:cxn modelId="{BF66A45E-B576-475C-AB9E-AE89840CF35E}" type="presOf" srcId="{EAA13E30-180F-4DD6-BB62-D92A4B858BCE}" destId="{1079CD88-B143-4476-861F-14FACA3C86A2}" srcOrd="0" destOrd="0" presId="urn:microsoft.com/office/officeart/2005/8/layout/process1"/>
    <dgm:cxn modelId="{F7495C6F-3156-4CB1-9330-57CE2F7DF9E5}" type="presOf" srcId="{9518EBBA-E947-4A2B-8C3A-850B53C096F6}" destId="{AF1DF51C-DAF7-40F7-A1FA-F35D46B96108}" srcOrd="0" destOrd="0" presId="urn:microsoft.com/office/officeart/2005/8/layout/process1"/>
    <dgm:cxn modelId="{6FB97550-86BB-4144-B45C-9088D851E93C}" type="presOf" srcId="{E1AB29A7-9844-4B44-AFB4-EFB5044D15D3}" destId="{C0826F5C-29E7-4561-A094-1C95C7604219}" srcOrd="0" destOrd="0" presId="urn:microsoft.com/office/officeart/2005/8/layout/process1"/>
    <dgm:cxn modelId="{7FC56259-1590-4568-AFBF-357EDA903151}" type="presOf" srcId="{5E235423-E97D-4DFB-AC79-EAB75FB10991}" destId="{D585D83D-A54E-41F1-A48F-6566FE459D2E}" srcOrd="0" destOrd="0" presId="urn:microsoft.com/office/officeart/2005/8/layout/process1"/>
    <dgm:cxn modelId="{49ED8889-88BA-45F6-85F1-69A30952DF24}" type="presOf" srcId="{A0143F7E-B5D7-408A-ADC2-ECAF1976DFCE}" destId="{AF1DF51C-DAF7-40F7-A1FA-F35D46B96108}" srcOrd="0" destOrd="1" presId="urn:microsoft.com/office/officeart/2005/8/layout/process1"/>
    <dgm:cxn modelId="{8A380D8E-41B0-4D99-A80C-582253165E04}" type="presOf" srcId="{E62E3A4E-C895-4B0C-BC4A-8C175E69C37D}" destId="{89D27FD6-0237-439E-8A00-1841ECB7721C}" srcOrd="0" destOrd="0" presId="urn:microsoft.com/office/officeart/2005/8/layout/process1"/>
    <dgm:cxn modelId="{4BC3818E-976D-4A7D-91E4-EF670A65A904}" type="presOf" srcId="{5E235423-E97D-4DFB-AC79-EAB75FB10991}" destId="{ED4E0B20-6141-45C9-814B-273D8360D820}" srcOrd="1" destOrd="0" presId="urn:microsoft.com/office/officeart/2005/8/layout/process1"/>
    <dgm:cxn modelId="{5C320E95-4127-4170-BB12-9A0084EF4F0B}" type="presOf" srcId="{0AA86C38-E6B7-409A-8D72-8F565E9D190E}" destId="{24D20DE6-6F64-41EE-9D84-7FD885D68E00}" srcOrd="0" destOrd="0" presId="urn:microsoft.com/office/officeart/2005/8/layout/process1"/>
    <dgm:cxn modelId="{F57D9CA3-059A-43FE-ADFE-9D5A4F9A9448}" srcId="{E9D64F20-8C63-497B-AD25-A4D4F73CB347}" destId="{B75B67BA-4B29-477B-9B59-888AD49A01F2}" srcOrd="0" destOrd="0" parTransId="{ACBFA104-CBEF-4B70-82DC-3C83AF78D9A0}" sibTransId="{87739BD6-0239-4E80-BBBF-AAAF452AB850}"/>
    <dgm:cxn modelId="{22D7AEC9-D559-443E-B43F-F8E2FAC57E74}" srcId="{E1AB29A7-9844-4B44-AFB4-EFB5044D15D3}" destId="{9518EBBA-E947-4A2B-8C3A-850B53C096F6}" srcOrd="1" destOrd="0" parTransId="{A9488CF4-22A3-45E0-9469-1FF4C79EB6B0}" sibTransId="{5E235423-E97D-4DFB-AC79-EAB75FB10991}"/>
    <dgm:cxn modelId="{D8AD20D0-30A6-4B3B-BA94-D6E39C9DCB4A}" type="presOf" srcId="{E68A0392-F563-46A4-92E1-4F738D31C2AD}" destId="{24D20DE6-6F64-41EE-9D84-7FD885D68E00}" srcOrd="0" destOrd="1" presId="urn:microsoft.com/office/officeart/2005/8/layout/process1"/>
    <dgm:cxn modelId="{ADE660D9-8686-4501-A741-AEFB1B17092D}" type="presOf" srcId="{DC5A0C8E-01B2-410E-A08A-70B9AE74CA86}" destId="{6631B14D-497E-4EA4-92A4-DFC38C58D410}" srcOrd="0" destOrd="0" presId="urn:microsoft.com/office/officeart/2005/8/layout/process1"/>
    <dgm:cxn modelId="{8794E6DB-59E5-4F75-A224-6EC73C17139F}" srcId="{0AA86C38-E6B7-409A-8D72-8F565E9D190E}" destId="{E68A0392-F563-46A4-92E1-4F738D31C2AD}" srcOrd="0" destOrd="0" parTransId="{51B125C5-A209-465B-97B4-56FD4728C29E}" sibTransId="{DB5E75F1-B220-4E4D-9ECC-BDB07730621A}"/>
    <dgm:cxn modelId="{838471E0-F1A9-4BAA-A96D-6E1B9993CD8E}" srcId="{E1AB29A7-9844-4B44-AFB4-EFB5044D15D3}" destId="{EAA13E30-180F-4DD6-BB62-D92A4B858BCE}" srcOrd="2" destOrd="0" parTransId="{48B795C8-127A-427A-A258-CFA4BC93AD16}" sibTransId="{E62E3A4E-C895-4B0C-BC4A-8C175E69C37D}"/>
    <dgm:cxn modelId="{29B704E1-C00F-4370-B203-BF3543A5C806}" srcId="{9518EBBA-E947-4A2B-8C3A-850B53C096F6}" destId="{A0143F7E-B5D7-408A-ADC2-ECAF1976DFCE}" srcOrd="0" destOrd="0" parTransId="{BD18D7A4-2696-44BA-996D-4B74C69A3DBC}" sibTransId="{BDB45F63-8A0F-4B6B-9C69-7C9F1190AA63}"/>
    <dgm:cxn modelId="{8F1799E6-402B-4043-B484-B8647DF27B9E}" type="presOf" srcId="{AF341657-2084-4932-9D74-E61550DC815B}" destId="{1079CD88-B143-4476-861F-14FACA3C86A2}" srcOrd="0" destOrd="2" presId="urn:microsoft.com/office/officeart/2005/8/layout/process1"/>
    <dgm:cxn modelId="{F71C0EFE-2318-4168-A6AD-8AB53DA3E24E}" type="presOf" srcId="{E9D64F20-8C63-497B-AD25-A4D4F73CB347}" destId="{ADAB008F-123B-4C02-A8D2-87C03DBEC283}" srcOrd="0" destOrd="0" presId="urn:microsoft.com/office/officeart/2005/8/layout/process1"/>
    <dgm:cxn modelId="{2E4556FF-73D5-4A6B-B3DE-0AD54BEB84D0}" srcId="{EAA13E30-180F-4DD6-BB62-D92A4B858BCE}" destId="{AF341657-2084-4932-9D74-E61550DC815B}" srcOrd="1" destOrd="0" parTransId="{84571C6E-7226-4118-AE28-80F8D8DC5A57}" sibTransId="{CB8C4690-566A-4FD2-B510-94B82786B2DE}"/>
    <dgm:cxn modelId="{3F49A638-1560-4CC4-B9E7-9DFA3241ED25}" type="presParOf" srcId="{C0826F5C-29E7-4561-A094-1C95C7604219}" destId="{ADAB008F-123B-4C02-A8D2-87C03DBEC283}" srcOrd="0" destOrd="0" presId="urn:microsoft.com/office/officeart/2005/8/layout/process1"/>
    <dgm:cxn modelId="{E5CEFC45-8CF3-4243-BAE4-1B63854BCDCF}" type="presParOf" srcId="{C0826F5C-29E7-4561-A094-1C95C7604219}" destId="{6631B14D-497E-4EA4-92A4-DFC38C58D410}" srcOrd="1" destOrd="0" presId="urn:microsoft.com/office/officeart/2005/8/layout/process1"/>
    <dgm:cxn modelId="{E9B710D3-FD94-4477-AA10-49C9874BB79E}" type="presParOf" srcId="{6631B14D-497E-4EA4-92A4-DFC38C58D410}" destId="{46DE6E36-77F3-4A38-AA15-B612AB20E2EF}" srcOrd="0" destOrd="0" presId="urn:microsoft.com/office/officeart/2005/8/layout/process1"/>
    <dgm:cxn modelId="{45ABCACB-E064-4BCB-9FC7-9A3CD6915A51}" type="presParOf" srcId="{C0826F5C-29E7-4561-A094-1C95C7604219}" destId="{AF1DF51C-DAF7-40F7-A1FA-F35D46B96108}" srcOrd="2" destOrd="0" presId="urn:microsoft.com/office/officeart/2005/8/layout/process1"/>
    <dgm:cxn modelId="{DAAEB33B-9BCC-4B04-B6FB-82B950920FC6}" type="presParOf" srcId="{C0826F5C-29E7-4561-A094-1C95C7604219}" destId="{D585D83D-A54E-41F1-A48F-6566FE459D2E}" srcOrd="3" destOrd="0" presId="urn:microsoft.com/office/officeart/2005/8/layout/process1"/>
    <dgm:cxn modelId="{523FB73F-25BF-41FC-9BF6-D57D6AEE7FB9}" type="presParOf" srcId="{D585D83D-A54E-41F1-A48F-6566FE459D2E}" destId="{ED4E0B20-6141-45C9-814B-273D8360D820}" srcOrd="0" destOrd="0" presId="urn:microsoft.com/office/officeart/2005/8/layout/process1"/>
    <dgm:cxn modelId="{67AB521C-3775-4E09-9B77-F721CBFA09F5}" type="presParOf" srcId="{C0826F5C-29E7-4561-A094-1C95C7604219}" destId="{1079CD88-B143-4476-861F-14FACA3C86A2}" srcOrd="4" destOrd="0" presId="urn:microsoft.com/office/officeart/2005/8/layout/process1"/>
    <dgm:cxn modelId="{89F1E0F2-CEFD-4392-A2C8-362EDECD05DE}" type="presParOf" srcId="{C0826F5C-29E7-4561-A094-1C95C7604219}" destId="{89D27FD6-0237-439E-8A00-1841ECB7721C}" srcOrd="5" destOrd="0" presId="urn:microsoft.com/office/officeart/2005/8/layout/process1"/>
    <dgm:cxn modelId="{8A391135-2B7F-4ADF-92B8-161193A93E16}" type="presParOf" srcId="{89D27FD6-0237-439E-8A00-1841ECB7721C}" destId="{B6647190-5D89-4E22-9777-94EF1398741E}" srcOrd="0" destOrd="0" presId="urn:microsoft.com/office/officeart/2005/8/layout/process1"/>
    <dgm:cxn modelId="{81F1BAF0-5D6D-4D3B-B5C9-7B7C0F8A20FA}" type="presParOf" srcId="{C0826F5C-29E7-4561-A094-1C95C7604219}" destId="{24D20DE6-6F64-41EE-9D84-7FD885D68E00}"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4E720C-5B43-45ED-AFEC-EF39F1626035}">
      <dsp:nvSpPr>
        <dsp:cNvPr id="0" name=""/>
        <dsp:cNvSpPr/>
      </dsp:nvSpPr>
      <dsp:spPr>
        <a:xfrm rot="5400000">
          <a:off x="2117338" y="1089387"/>
          <a:ext cx="956718" cy="1089190"/>
        </a:xfrm>
        <a:prstGeom prst="bentUpArrow">
          <a:avLst>
            <a:gd name="adj1" fmla="val 32840"/>
            <a:gd name="adj2" fmla="val 25000"/>
            <a:gd name="adj3" fmla="val 35780"/>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4E9015F-4A3F-4AA5-97F5-E9548D7CEF56}">
      <dsp:nvSpPr>
        <dsp:cNvPr id="0" name=""/>
        <dsp:cNvSpPr/>
      </dsp:nvSpPr>
      <dsp:spPr>
        <a:xfrm>
          <a:off x="1863865" y="28845"/>
          <a:ext cx="1610551" cy="1127333"/>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SG" sz="1500" kern="1200" dirty="0"/>
            <a:t>Formulation</a:t>
          </a:r>
        </a:p>
      </dsp:txBody>
      <dsp:txXfrm>
        <a:off x="1918907" y="83887"/>
        <a:ext cx="1500467" cy="1017249"/>
      </dsp:txXfrm>
    </dsp:sp>
    <dsp:sp modelId="{32829251-977B-429B-AE9F-DCD5FAD85AEA}">
      <dsp:nvSpPr>
        <dsp:cNvPr id="0" name=""/>
        <dsp:cNvSpPr/>
      </dsp:nvSpPr>
      <dsp:spPr>
        <a:xfrm>
          <a:off x="3474417" y="136362"/>
          <a:ext cx="1171361" cy="911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57150" lvl="1" indent="-57150" algn="l" defTabSz="488950">
            <a:lnSpc>
              <a:spcPct val="90000"/>
            </a:lnSpc>
            <a:spcBef>
              <a:spcPct val="0"/>
            </a:spcBef>
            <a:spcAft>
              <a:spcPct val="15000"/>
            </a:spcAft>
            <a:buChar char="•"/>
          </a:pPr>
          <a:r>
            <a:rPr lang="en-SG" sz="1100" kern="1200" dirty="0"/>
            <a:t>Mostly done</a:t>
          </a:r>
        </a:p>
      </dsp:txBody>
      <dsp:txXfrm>
        <a:off x="3474417" y="136362"/>
        <a:ext cx="1171361" cy="911160"/>
      </dsp:txXfrm>
    </dsp:sp>
    <dsp:sp modelId="{78CFD32E-F5F2-42D7-AE40-FAD7D03EB189}">
      <dsp:nvSpPr>
        <dsp:cNvPr id="0" name=""/>
        <dsp:cNvSpPr/>
      </dsp:nvSpPr>
      <dsp:spPr>
        <a:xfrm rot="5400000">
          <a:off x="3452656" y="2355755"/>
          <a:ext cx="956718" cy="1089190"/>
        </a:xfrm>
        <a:prstGeom prst="bentUpArrow">
          <a:avLst>
            <a:gd name="adj1" fmla="val 32840"/>
            <a:gd name="adj2" fmla="val 25000"/>
            <a:gd name="adj3" fmla="val 35780"/>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7DA68FB-FB2E-4FFD-A982-1229BFB14EC3}">
      <dsp:nvSpPr>
        <dsp:cNvPr id="0" name=""/>
        <dsp:cNvSpPr/>
      </dsp:nvSpPr>
      <dsp:spPr>
        <a:xfrm>
          <a:off x="3199184" y="1295213"/>
          <a:ext cx="1610551" cy="1127333"/>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SG" sz="1500" kern="1200" dirty="0"/>
            <a:t>Testing</a:t>
          </a:r>
          <a:br>
            <a:rPr lang="en-SG" sz="1500" kern="1200" dirty="0"/>
          </a:br>
          <a:r>
            <a:rPr lang="en-SG" sz="1500" kern="1200" dirty="0"/>
            <a:t>Concepts</a:t>
          </a:r>
        </a:p>
      </dsp:txBody>
      <dsp:txXfrm>
        <a:off x="3254226" y="1350255"/>
        <a:ext cx="1500467" cy="1017249"/>
      </dsp:txXfrm>
    </dsp:sp>
    <dsp:sp modelId="{A4900580-107B-423A-95CD-78686B36DA0E}">
      <dsp:nvSpPr>
        <dsp:cNvPr id="0" name=""/>
        <dsp:cNvSpPr/>
      </dsp:nvSpPr>
      <dsp:spPr>
        <a:xfrm>
          <a:off x="4809735" y="1402730"/>
          <a:ext cx="1171361" cy="911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57150" lvl="1" indent="-57150" algn="l" defTabSz="488950">
            <a:lnSpc>
              <a:spcPct val="90000"/>
            </a:lnSpc>
            <a:spcBef>
              <a:spcPct val="0"/>
            </a:spcBef>
            <a:spcAft>
              <a:spcPct val="15000"/>
            </a:spcAft>
            <a:buChar char="•"/>
          </a:pPr>
          <a:r>
            <a:rPr lang="en-SG" sz="1100" kern="1200" dirty="0"/>
            <a:t>Mostly Done</a:t>
          </a:r>
        </a:p>
      </dsp:txBody>
      <dsp:txXfrm>
        <a:off x="4809735" y="1402730"/>
        <a:ext cx="1171361" cy="911160"/>
      </dsp:txXfrm>
    </dsp:sp>
    <dsp:sp modelId="{AB5BF229-E515-4758-BFB5-3EEDDC946206}">
      <dsp:nvSpPr>
        <dsp:cNvPr id="0" name=""/>
        <dsp:cNvSpPr/>
      </dsp:nvSpPr>
      <dsp:spPr>
        <a:xfrm rot="5400000">
          <a:off x="4787974" y="3622123"/>
          <a:ext cx="956718" cy="1089190"/>
        </a:xfrm>
        <a:prstGeom prst="bentUpArrow">
          <a:avLst>
            <a:gd name="adj1" fmla="val 32840"/>
            <a:gd name="adj2" fmla="val 25000"/>
            <a:gd name="adj3" fmla="val 35780"/>
          </a:avLst>
        </a:prstGeom>
        <a:solidFill>
          <a:schemeClr val="accent1">
            <a:tint val="5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E66FA59-EAFE-4CE6-9715-6B0D6E919D74}">
      <dsp:nvSpPr>
        <dsp:cNvPr id="0" name=""/>
        <dsp:cNvSpPr/>
      </dsp:nvSpPr>
      <dsp:spPr>
        <a:xfrm>
          <a:off x="4534502" y="2561581"/>
          <a:ext cx="1610551" cy="1127333"/>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SG" sz="1500" kern="1200" dirty="0"/>
            <a:t>Implementation</a:t>
          </a:r>
        </a:p>
      </dsp:txBody>
      <dsp:txXfrm>
        <a:off x="4589544" y="2616623"/>
        <a:ext cx="1500467" cy="1017249"/>
      </dsp:txXfrm>
    </dsp:sp>
    <dsp:sp modelId="{D6C17605-4223-43F1-8A06-FD1B136EF9AA}">
      <dsp:nvSpPr>
        <dsp:cNvPr id="0" name=""/>
        <dsp:cNvSpPr/>
      </dsp:nvSpPr>
      <dsp:spPr>
        <a:xfrm>
          <a:off x="6145054" y="2669098"/>
          <a:ext cx="1171361" cy="911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ctr" anchorCtr="0">
          <a:noAutofit/>
        </a:bodyPr>
        <a:lstStyle/>
        <a:p>
          <a:pPr marL="57150" lvl="1" indent="-57150" algn="l" defTabSz="488950">
            <a:lnSpc>
              <a:spcPct val="90000"/>
            </a:lnSpc>
            <a:spcBef>
              <a:spcPct val="0"/>
            </a:spcBef>
            <a:spcAft>
              <a:spcPct val="15000"/>
            </a:spcAft>
            <a:buChar char="•"/>
          </a:pPr>
          <a:r>
            <a:rPr lang="en-SG" sz="1100" kern="1200" dirty="0"/>
            <a:t>Halfway Done</a:t>
          </a:r>
        </a:p>
        <a:p>
          <a:pPr marL="57150" lvl="1" indent="-57150" algn="l" defTabSz="488950">
            <a:lnSpc>
              <a:spcPct val="90000"/>
            </a:lnSpc>
            <a:spcBef>
              <a:spcPct val="0"/>
            </a:spcBef>
            <a:spcAft>
              <a:spcPct val="15000"/>
            </a:spcAft>
            <a:buChar char="•"/>
          </a:pPr>
          <a:r>
            <a:rPr lang="en-SG" sz="1100" kern="1200" dirty="0"/>
            <a:t>We need to test parsing and DB RAM usage</a:t>
          </a:r>
        </a:p>
      </dsp:txBody>
      <dsp:txXfrm>
        <a:off x="6145054" y="2669098"/>
        <a:ext cx="1171361" cy="911160"/>
      </dsp:txXfrm>
    </dsp:sp>
    <dsp:sp modelId="{8B2AA6FD-4537-425E-ABA4-68F9D807C75E}">
      <dsp:nvSpPr>
        <dsp:cNvPr id="0" name=""/>
        <dsp:cNvSpPr/>
      </dsp:nvSpPr>
      <dsp:spPr>
        <a:xfrm>
          <a:off x="5869820" y="3827948"/>
          <a:ext cx="1610551" cy="1127333"/>
        </a:xfrm>
        <a:prstGeom prst="roundRect">
          <a:avLst>
            <a:gd name="adj" fmla="val 1667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SG" sz="1500" kern="1200" dirty="0"/>
            <a:t>Production</a:t>
          </a:r>
        </a:p>
      </dsp:txBody>
      <dsp:txXfrm>
        <a:off x="5924862" y="3882990"/>
        <a:ext cx="1500467" cy="1017249"/>
      </dsp:txXfrm>
    </dsp:sp>
    <dsp:sp modelId="{18913296-20DB-4CA0-87D8-190BFD788857}">
      <dsp:nvSpPr>
        <dsp:cNvPr id="0" name=""/>
        <dsp:cNvSpPr/>
      </dsp:nvSpPr>
      <dsp:spPr>
        <a:xfrm>
          <a:off x="7480372" y="3935465"/>
          <a:ext cx="1171361" cy="911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ctr" anchorCtr="0">
          <a:noAutofit/>
        </a:bodyPr>
        <a:lstStyle/>
        <a:p>
          <a:pPr marL="171450" lvl="1" indent="-171450" algn="l" defTabSz="755650">
            <a:lnSpc>
              <a:spcPct val="90000"/>
            </a:lnSpc>
            <a:spcBef>
              <a:spcPct val="0"/>
            </a:spcBef>
            <a:spcAft>
              <a:spcPct val="15000"/>
            </a:spcAft>
            <a:buChar char="•"/>
          </a:pPr>
          <a:r>
            <a:rPr lang="en-SG" sz="1700" kern="1200" dirty="0"/>
            <a:t>Not started yet</a:t>
          </a:r>
        </a:p>
      </dsp:txBody>
      <dsp:txXfrm>
        <a:off x="7480372" y="3935465"/>
        <a:ext cx="1171361" cy="9111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AB008F-123B-4C02-A8D2-87C03DBEC283}">
      <dsp:nvSpPr>
        <dsp:cNvPr id="0" name=""/>
        <dsp:cNvSpPr/>
      </dsp:nvSpPr>
      <dsp:spPr>
        <a:xfrm>
          <a:off x="4621" y="1484295"/>
          <a:ext cx="2020453" cy="138274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SG" sz="1800" kern="1200" dirty="0"/>
            <a:t>Jan 25:</a:t>
          </a:r>
        </a:p>
        <a:p>
          <a:pPr marL="114300" lvl="1" indent="-114300" algn="l" defTabSz="622300">
            <a:lnSpc>
              <a:spcPct val="90000"/>
            </a:lnSpc>
            <a:spcBef>
              <a:spcPct val="0"/>
            </a:spcBef>
            <a:spcAft>
              <a:spcPct val="15000"/>
            </a:spcAft>
            <a:buChar char="•"/>
          </a:pPr>
          <a:r>
            <a:rPr lang="en-SG" sz="1400" kern="1200" dirty="0"/>
            <a:t>Cleanup of repository</a:t>
          </a:r>
        </a:p>
      </dsp:txBody>
      <dsp:txXfrm>
        <a:off x="45120" y="1524794"/>
        <a:ext cx="1939455" cy="1301749"/>
      </dsp:txXfrm>
    </dsp:sp>
    <dsp:sp modelId="{6631B14D-497E-4EA4-92A4-DFC38C58D410}">
      <dsp:nvSpPr>
        <dsp:cNvPr id="0" name=""/>
        <dsp:cNvSpPr/>
      </dsp:nvSpPr>
      <dsp:spPr>
        <a:xfrm>
          <a:off x="2227119" y="1925132"/>
          <a:ext cx="428336" cy="50107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SG" sz="1400" kern="1200"/>
        </a:p>
      </dsp:txBody>
      <dsp:txXfrm>
        <a:off x="2227119" y="2025346"/>
        <a:ext cx="299835" cy="300644"/>
      </dsp:txXfrm>
    </dsp:sp>
    <dsp:sp modelId="{AF1DF51C-DAF7-40F7-A1FA-F35D46B96108}">
      <dsp:nvSpPr>
        <dsp:cNvPr id="0" name=""/>
        <dsp:cNvSpPr/>
      </dsp:nvSpPr>
      <dsp:spPr>
        <a:xfrm>
          <a:off x="2833255" y="1484295"/>
          <a:ext cx="2020453" cy="138274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SG" sz="1800" kern="1200" dirty="0"/>
            <a:t>Feb 25:</a:t>
          </a:r>
        </a:p>
        <a:p>
          <a:pPr marL="114300" lvl="1" indent="-114300" algn="l" defTabSz="622300">
            <a:lnSpc>
              <a:spcPct val="90000"/>
            </a:lnSpc>
            <a:spcBef>
              <a:spcPct val="0"/>
            </a:spcBef>
            <a:spcAft>
              <a:spcPct val="15000"/>
            </a:spcAft>
            <a:buChar char="•"/>
          </a:pPr>
          <a:r>
            <a:rPr lang="en-SG" sz="1400" kern="1200" dirty="0"/>
            <a:t>Implementation and testing</a:t>
          </a:r>
        </a:p>
      </dsp:txBody>
      <dsp:txXfrm>
        <a:off x="2873754" y="1524794"/>
        <a:ext cx="1939455" cy="1301749"/>
      </dsp:txXfrm>
    </dsp:sp>
    <dsp:sp modelId="{D585D83D-A54E-41F1-A48F-6566FE459D2E}">
      <dsp:nvSpPr>
        <dsp:cNvPr id="0" name=""/>
        <dsp:cNvSpPr/>
      </dsp:nvSpPr>
      <dsp:spPr>
        <a:xfrm>
          <a:off x="5055754" y="1925132"/>
          <a:ext cx="428336" cy="50107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SG" sz="1400" kern="1200"/>
        </a:p>
      </dsp:txBody>
      <dsp:txXfrm>
        <a:off x="5055754" y="2025346"/>
        <a:ext cx="299835" cy="300644"/>
      </dsp:txXfrm>
    </dsp:sp>
    <dsp:sp modelId="{1079CD88-B143-4476-861F-14FACA3C86A2}">
      <dsp:nvSpPr>
        <dsp:cNvPr id="0" name=""/>
        <dsp:cNvSpPr/>
      </dsp:nvSpPr>
      <dsp:spPr>
        <a:xfrm>
          <a:off x="5661890" y="1484295"/>
          <a:ext cx="2020453" cy="138274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SG" sz="1800" kern="1200" dirty="0"/>
            <a:t>Mar 25:</a:t>
          </a:r>
        </a:p>
        <a:p>
          <a:pPr marL="114300" lvl="1" indent="-114300" algn="l" defTabSz="622300">
            <a:lnSpc>
              <a:spcPct val="90000"/>
            </a:lnSpc>
            <a:spcBef>
              <a:spcPct val="0"/>
            </a:spcBef>
            <a:spcAft>
              <a:spcPct val="15000"/>
            </a:spcAft>
            <a:buChar char="•"/>
          </a:pPr>
          <a:r>
            <a:rPr lang="en-SG" sz="1400" kern="1200" dirty="0"/>
            <a:t>Production for 1:1 analysis</a:t>
          </a:r>
        </a:p>
        <a:p>
          <a:pPr marL="114300" lvl="1" indent="-114300" algn="l" defTabSz="622300">
            <a:lnSpc>
              <a:spcPct val="90000"/>
            </a:lnSpc>
            <a:spcBef>
              <a:spcPct val="0"/>
            </a:spcBef>
            <a:spcAft>
              <a:spcPct val="15000"/>
            </a:spcAft>
            <a:buChar char="•"/>
          </a:pPr>
          <a:r>
            <a:rPr lang="en-SG" sz="1400" kern="1200" dirty="0"/>
            <a:t>Data Migration and Matching 1</a:t>
          </a:r>
        </a:p>
      </dsp:txBody>
      <dsp:txXfrm>
        <a:off x="5702389" y="1524794"/>
        <a:ext cx="1939455" cy="1301749"/>
      </dsp:txXfrm>
    </dsp:sp>
    <dsp:sp modelId="{89D27FD6-0237-439E-8A00-1841ECB7721C}">
      <dsp:nvSpPr>
        <dsp:cNvPr id="0" name=""/>
        <dsp:cNvSpPr/>
      </dsp:nvSpPr>
      <dsp:spPr>
        <a:xfrm>
          <a:off x="7884389" y="1925132"/>
          <a:ext cx="428336" cy="50107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SG" sz="1400" kern="1200"/>
        </a:p>
      </dsp:txBody>
      <dsp:txXfrm>
        <a:off x="7884389" y="2025346"/>
        <a:ext cx="299835" cy="300644"/>
      </dsp:txXfrm>
    </dsp:sp>
    <dsp:sp modelId="{24D20DE6-6F64-41EE-9D84-7FD885D68E00}">
      <dsp:nvSpPr>
        <dsp:cNvPr id="0" name=""/>
        <dsp:cNvSpPr/>
      </dsp:nvSpPr>
      <dsp:spPr>
        <a:xfrm>
          <a:off x="8490525" y="1484295"/>
          <a:ext cx="2020453" cy="138274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SG" sz="1800" kern="1200" dirty="0"/>
            <a:t>Apr 25:</a:t>
          </a:r>
        </a:p>
        <a:p>
          <a:pPr marL="114300" lvl="1" indent="-114300" algn="l" defTabSz="622300">
            <a:lnSpc>
              <a:spcPct val="90000"/>
            </a:lnSpc>
            <a:spcBef>
              <a:spcPct val="0"/>
            </a:spcBef>
            <a:spcAft>
              <a:spcPct val="15000"/>
            </a:spcAft>
            <a:buChar char="•"/>
          </a:pPr>
          <a:r>
            <a:rPr lang="en-SG" sz="1400" kern="1200" dirty="0"/>
            <a:t>Data Migration and Matching 2</a:t>
          </a:r>
        </a:p>
      </dsp:txBody>
      <dsp:txXfrm>
        <a:off x="8531024" y="1524794"/>
        <a:ext cx="1939455" cy="1301749"/>
      </dsp:txXfrm>
    </dsp:sp>
  </dsp:spTree>
</dsp:drawing>
</file>

<file path=ppt/diagrams/layout1.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0070DA-64BC-48C9-9458-3367A69F4C4F}" type="datetimeFigureOut">
              <a:rPr lang="en-SG" smtClean="0"/>
              <a:t>25/5/2025</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D1EE0E-AC9B-418A-89F9-2F6FEDF63B89}" type="slidenum">
              <a:rPr lang="en-SG" smtClean="0"/>
              <a:t>‹#›</a:t>
            </a:fld>
            <a:endParaRPr lang="en-SG"/>
          </a:p>
        </p:txBody>
      </p:sp>
    </p:spTree>
    <p:extLst>
      <p:ext uri="{BB962C8B-B14F-4D97-AF65-F5344CB8AC3E}">
        <p14:creationId xmlns:p14="http://schemas.microsoft.com/office/powerpoint/2010/main" val="2224812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5DD1EE0E-AC9B-418A-89F9-2F6FEDF63B89}" type="slidenum">
              <a:rPr lang="en-SG" smtClean="0"/>
              <a:t>2</a:t>
            </a:fld>
            <a:endParaRPr lang="en-SG"/>
          </a:p>
        </p:txBody>
      </p:sp>
    </p:spTree>
    <p:extLst>
      <p:ext uri="{BB962C8B-B14F-4D97-AF65-F5344CB8AC3E}">
        <p14:creationId xmlns:p14="http://schemas.microsoft.com/office/powerpoint/2010/main" val="21648663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5DD1EE0E-AC9B-418A-89F9-2F6FEDF63B89}" type="slidenum">
              <a:rPr lang="en-SG" smtClean="0"/>
              <a:t>15</a:t>
            </a:fld>
            <a:endParaRPr lang="en-SG"/>
          </a:p>
        </p:txBody>
      </p:sp>
    </p:spTree>
    <p:extLst>
      <p:ext uri="{BB962C8B-B14F-4D97-AF65-F5344CB8AC3E}">
        <p14:creationId xmlns:p14="http://schemas.microsoft.com/office/powerpoint/2010/main" val="3553351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E275D-DF37-001D-7311-204499555C9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CF276120-2DB7-0FDA-C693-36810B8093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AC0729A1-A956-B4C7-4487-E3A67DBDDCC3}"/>
              </a:ext>
            </a:extLst>
          </p:cNvPr>
          <p:cNvSpPr>
            <a:spLocks noGrp="1"/>
          </p:cNvSpPr>
          <p:nvPr>
            <p:ph type="dt" sz="half" idx="10"/>
          </p:nvPr>
        </p:nvSpPr>
        <p:spPr/>
        <p:txBody>
          <a:bodyPr/>
          <a:lstStyle/>
          <a:p>
            <a:fld id="{2A7711CB-003E-4EAD-B5D9-BAC34987A001}" type="datetimeFigureOut">
              <a:rPr lang="en-SG" smtClean="0"/>
              <a:t>25/5/2025</a:t>
            </a:fld>
            <a:endParaRPr lang="en-SG"/>
          </a:p>
        </p:txBody>
      </p:sp>
      <p:sp>
        <p:nvSpPr>
          <p:cNvPr id="5" name="Footer Placeholder 4">
            <a:extLst>
              <a:ext uri="{FF2B5EF4-FFF2-40B4-BE49-F238E27FC236}">
                <a16:creationId xmlns:a16="http://schemas.microsoft.com/office/drawing/2014/main" id="{D3B1F3E5-5C52-384A-3DE8-E46EFAB75BEF}"/>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B0C7067A-7FFF-B2E9-B84A-AE8D978B0D53}"/>
              </a:ext>
            </a:extLst>
          </p:cNvPr>
          <p:cNvSpPr>
            <a:spLocks noGrp="1"/>
          </p:cNvSpPr>
          <p:nvPr>
            <p:ph type="sldNum" sz="quarter" idx="12"/>
          </p:nvPr>
        </p:nvSpPr>
        <p:spPr/>
        <p:txBody>
          <a:bodyPr/>
          <a:lstStyle/>
          <a:p>
            <a:fld id="{9854034E-8563-446C-A601-BAA5C0C55C8E}" type="slidenum">
              <a:rPr lang="en-SG" smtClean="0"/>
              <a:t>‹#›</a:t>
            </a:fld>
            <a:endParaRPr lang="en-SG"/>
          </a:p>
        </p:txBody>
      </p:sp>
    </p:spTree>
    <p:extLst>
      <p:ext uri="{BB962C8B-B14F-4D97-AF65-F5344CB8AC3E}">
        <p14:creationId xmlns:p14="http://schemas.microsoft.com/office/powerpoint/2010/main" val="3617890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67F66-B879-B312-6C67-B8069D5D8C66}"/>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47D15A1A-C180-A73E-5E44-059C52ACF14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E0BFA642-A284-541B-1555-2DAD1BDC92D0}"/>
              </a:ext>
            </a:extLst>
          </p:cNvPr>
          <p:cNvSpPr>
            <a:spLocks noGrp="1"/>
          </p:cNvSpPr>
          <p:nvPr>
            <p:ph type="dt" sz="half" idx="10"/>
          </p:nvPr>
        </p:nvSpPr>
        <p:spPr/>
        <p:txBody>
          <a:bodyPr/>
          <a:lstStyle/>
          <a:p>
            <a:fld id="{2A7711CB-003E-4EAD-B5D9-BAC34987A001}" type="datetimeFigureOut">
              <a:rPr lang="en-SG" smtClean="0"/>
              <a:t>25/5/2025</a:t>
            </a:fld>
            <a:endParaRPr lang="en-SG"/>
          </a:p>
        </p:txBody>
      </p:sp>
      <p:sp>
        <p:nvSpPr>
          <p:cNvPr id="5" name="Footer Placeholder 4">
            <a:extLst>
              <a:ext uri="{FF2B5EF4-FFF2-40B4-BE49-F238E27FC236}">
                <a16:creationId xmlns:a16="http://schemas.microsoft.com/office/drawing/2014/main" id="{31155F05-CFE1-EB1C-FDDC-EA4CFA737E8C}"/>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42511118-1BAE-9F61-0595-545CEF04C1F5}"/>
              </a:ext>
            </a:extLst>
          </p:cNvPr>
          <p:cNvSpPr>
            <a:spLocks noGrp="1"/>
          </p:cNvSpPr>
          <p:nvPr>
            <p:ph type="sldNum" sz="quarter" idx="12"/>
          </p:nvPr>
        </p:nvSpPr>
        <p:spPr/>
        <p:txBody>
          <a:bodyPr/>
          <a:lstStyle/>
          <a:p>
            <a:fld id="{9854034E-8563-446C-A601-BAA5C0C55C8E}" type="slidenum">
              <a:rPr lang="en-SG" smtClean="0"/>
              <a:t>‹#›</a:t>
            </a:fld>
            <a:endParaRPr lang="en-SG"/>
          </a:p>
        </p:txBody>
      </p:sp>
    </p:spTree>
    <p:extLst>
      <p:ext uri="{BB962C8B-B14F-4D97-AF65-F5344CB8AC3E}">
        <p14:creationId xmlns:p14="http://schemas.microsoft.com/office/powerpoint/2010/main" val="34807524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C22BD-11B7-9C4B-CDFE-CD22D4ECDB7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26E5E2A8-7240-80C8-7B9F-2DD15699C3E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E686E4C-1E6F-29CA-7698-DF768894B2D8}"/>
              </a:ext>
            </a:extLst>
          </p:cNvPr>
          <p:cNvSpPr>
            <a:spLocks noGrp="1"/>
          </p:cNvSpPr>
          <p:nvPr>
            <p:ph type="dt" sz="half" idx="10"/>
          </p:nvPr>
        </p:nvSpPr>
        <p:spPr/>
        <p:txBody>
          <a:bodyPr/>
          <a:lstStyle/>
          <a:p>
            <a:fld id="{2A7711CB-003E-4EAD-B5D9-BAC34987A001}" type="datetimeFigureOut">
              <a:rPr lang="en-SG" smtClean="0"/>
              <a:t>25/5/2025</a:t>
            </a:fld>
            <a:endParaRPr lang="en-SG"/>
          </a:p>
        </p:txBody>
      </p:sp>
      <p:sp>
        <p:nvSpPr>
          <p:cNvPr id="5" name="Footer Placeholder 4">
            <a:extLst>
              <a:ext uri="{FF2B5EF4-FFF2-40B4-BE49-F238E27FC236}">
                <a16:creationId xmlns:a16="http://schemas.microsoft.com/office/drawing/2014/main" id="{120682FB-9258-9226-C73D-E3F110663387}"/>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22919A1A-4D68-79D2-81A0-8C446782A08D}"/>
              </a:ext>
            </a:extLst>
          </p:cNvPr>
          <p:cNvSpPr>
            <a:spLocks noGrp="1"/>
          </p:cNvSpPr>
          <p:nvPr>
            <p:ph type="sldNum" sz="quarter" idx="12"/>
          </p:nvPr>
        </p:nvSpPr>
        <p:spPr/>
        <p:txBody>
          <a:bodyPr/>
          <a:lstStyle/>
          <a:p>
            <a:fld id="{9854034E-8563-446C-A601-BAA5C0C55C8E}" type="slidenum">
              <a:rPr lang="en-SG" smtClean="0"/>
              <a:t>‹#›</a:t>
            </a:fld>
            <a:endParaRPr lang="en-SG"/>
          </a:p>
        </p:txBody>
      </p:sp>
    </p:spTree>
    <p:extLst>
      <p:ext uri="{BB962C8B-B14F-4D97-AF65-F5344CB8AC3E}">
        <p14:creationId xmlns:p14="http://schemas.microsoft.com/office/powerpoint/2010/main" val="2084581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F8BD3-7DEE-0622-94EC-C2F3B9359E11}"/>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04E1B088-A273-232C-4049-CE618EA49A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4207A3EE-E06A-F9F9-A4F9-E0E762F2A7A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F25A0566-B5FD-E6F3-07ED-7D36CE9EEFAA}"/>
              </a:ext>
            </a:extLst>
          </p:cNvPr>
          <p:cNvSpPr>
            <a:spLocks noGrp="1"/>
          </p:cNvSpPr>
          <p:nvPr>
            <p:ph type="dt" sz="half" idx="10"/>
          </p:nvPr>
        </p:nvSpPr>
        <p:spPr/>
        <p:txBody>
          <a:bodyPr/>
          <a:lstStyle/>
          <a:p>
            <a:fld id="{2A7711CB-003E-4EAD-B5D9-BAC34987A001}" type="datetimeFigureOut">
              <a:rPr lang="en-SG" smtClean="0"/>
              <a:t>25/5/2025</a:t>
            </a:fld>
            <a:endParaRPr lang="en-SG"/>
          </a:p>
        </p:txBody>
      </p:sp>
      <p:sp>
        <p:nvSpPr>
          <p:cNvPr id="6" name="Footer Placeholder 5">
            <a:extLst>
              <a:ext uri="{FF2B5EF4-FFF2-40B4-BE49-F238E27FC236}">
                <a16:creationId xmlns:a16="http://schemas.microsoft.com/office/drawing/2014/main" id="{9DBC2204-5191-3244-84D6-A9B39361D8BB}"/>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6901254A-FE70-EABD-5B83-B347E8A4FCE9}"/>
              </a:ext>
            </a:extLst>
          </p:cNvPr>
          <p:cNvSpPr>
            <a:spLocks noGrp="1"/>
          </p:cNvSpPr>
          <p:nvPr>
            <p:ph type="sldNum" sz="quarter" idx="12"/>
          </p:nvPr>
        </p:nvSpPr>
        <p:spPr/>
        <p:txBody>
          <a:bodyPr/>
          <a:lstStyle/>
          <a:p>
            <a:fld id="{9854034E-8563-446C-A601-BAA5C0C55C8E}" type="slidenum">
              <a:rPr lang="en-SG" smtClean="0"/>
              <a:t>‹#›</a:t>
            </a:fld>
            <a:endParaRPr lang="en-SG"/>
          </a:p>
        </p:txBody>
      </p:sp>
    </p:spTree>
    <p:extLst>
      <p:ext uri="{BB962C8B-B14F-4D97-AF65-F5344CB8AC3E}">
        <p14:creationId xmlns:p14="http://schemas.microsoft.com/office/powerpoint/2010/main" val="16091396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A044F-4380-94BA-20A0-849B5FA71FC5}"/>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BC8F2D91-0CB3-18F3-8D4F-373C5030ABB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08F686-F51F-711A-590E-F97433826D8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DDDB1EA5-5829-7CE7-C032-09DBECF237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090CC42-9697-A75F-3658-413744399D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276DB8EC-6482-F9C8-3992-6FBFBC68EFBF}"/>
              </a:ext>
            </a:extLst>
          </p:cNvPr>
          <p:cNvSpPr>
            <a:spLocks noGrp="1"/>
          </p:cNvSpPr>
          <p:nvPr>
            <p:ph type="dt" sz="half" idx="10"/>
          </p:nvPr>
        </p:nvSpPr>
        <p:spPr/>
        <p:txBody>
          <a:bodyPr/>
          <a:lstStyle/>
          <a:p>
            <a:fld id="{2A7711CB-003E-4EAD-B5D9-BAC34987A001}" type="datetimeFigureOut">
              <a:rPr lang="en-SG" smtClean="0"/>
              <a:t>25/5/2025</a:t>
            </a:fld>
            <a:endParaRPr lang="en-SG"/>
          </a:p>
        </p:txBody>
      </p:sp>
      <p:sp>
        <p:nvSpPr>
          <p:cNvPr id="8" name="Footer Placeholder 7">
            <a:extLst>
              <a:ext uri="{FF2B5EF4-FFF2-40B4-BE49-F238E27FC236}">
                <a16:creationId xmlns:a16="http://schemas.microsoft.com/office/drawing/2014/main" id="{2D29351B-2315-E7C2-A7E7-4AFABDCC8DB9}"/>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5651AE3F-2BD3-9140-09A1-E2D290E12391}"/>
              </a:ext>
            </a:extLst>
          </p:cNvPr>
          <p:cNvSpPr>
            <a:spLocks noGrp="1"/>
          </p:cNvSpPr>
          <p:nvPr>
            <p:ph type="sldNum" sz="quarter" idx="12"/>
          </p:nvPr>
        </p:nvSpPr>
        <p:spPr/>
        <p:txBody>
          <a:bodyPr/>
          <a:lstStyle/>
          <a:p>
            <a:fld id="{9854034E-8563-446C-A601-BAA5C0C55C8E}" type="slidenum">
              <a:rPr lang="en-SG" smtClean="0"/>
              <a:t>‹#›</a:t>
            </a:fld>
            <a:endParaRPr lang="en-SG"/>
          </a:p>
        </p:txBody>
      </p:sp>
    </p:spTree>
    <p:extLst>
      <p:ext uri="{BB962C8B-B14F-4D97-AF65-F5344CB8AC3E}">
        <p14:creationId xmlns:p14="http://schemas.microsoft.com/office/powerpoint/2010/main" val="1047357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C3B58-59D1-84CA-9C66-92451C6F51E0}"/>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1D1DE0A0-7CD6-42D0-03FF-081BB9F9F493}"/>
              </a:ext>
            </a:extLst>
          </p:cNvPr>
          <p:cNvSpPr>
            <a:spLocks noGrp="1"/>
          </p:cNvSpPr>
          <p:nvPr>
            <p:ph type="dt" sz="half" idx="10"/>
          </p:nvPr>
        </p:nvSpPr>
        <p:spPr/>
        <p:txBody>
          <a:bodyPr/>
          <a:lstStyle/>
          <a:p>
            <a:fld id="{2A7711CB-003E-4EAD-B5D9-BAC34987A001}" type="datetimeFigureOut">
              <a:rPr lang="en-SG" smtClean="0"/>
              <a:t>25/5/2025</a:t>
            </a:fld>
            <a:endParaRPr lang="en-SG"/>
          </a:p>
        </p:txBody>
      </p:sp>
      <p:sp>
        <p:nvSpPr>
          <p:cNvPr id="4" name="Footer Placeholder 3">
            <a:extLst>
              <a:ext uri="{FF2B5EF4-FFF2-40B4-BE49-F238E27FC236}">
                <a16:creationId xmlns:a16="http://schemas.microsoft.com/office/drawing/2014/main" id="{E7ADB6BB-BD04-1BAA-389B-A8297BB1A0AE}"/>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0BD0328E-46BF-525C-2023-EF3BAC673F88}"/>
              </a:ext>
            </a:extLst>
          </p:cNvPr>
          <p:cNvSpPr>
            <a:spLocks noGrp="1"/>
          </p:cNvSpPr>
          <p:nvPr>
            <p:ph type="sldNum" sz="quarter" idx="12"/>
          </p:nvPr>
        </p:nvSpPr>
        <p:spPr/>
        <p:txBody>
          <a:bodyPr/>
          <a:lstStyle/>
          <a:p>
            <a:fld id="{9854034E-8563-446C-A601-BAA5C0C55C8E}" type="slidenum">
              <a:rPr lang="en-SG" smtClean="0"/>
              <a:t>‹#›</a:t>
            </a:fld>
            <a:endParaRPr lang="en-SG"/>
          </a:p>
        </p:txBody>
      </p:sp>
    </p:spTree>
    <p:extLst>
      <p:ext uri="{BB962C8B-B14F-4D97-AF65-F5344CB8AC3E}">
        <p14:creationId xmlns:p14="http://schemas.microsoft.com/office/powerpoint/2010/main" val="1275478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ECC377-60D6-DF1A-66B6-3BB1A530B15A}"/>
              </a:ext>
            </a:extLst>
          </p:cNvPr>
          <p:cNvSpPr>
            <a:spLocks noGrp="1"/>
          </p:cNvSpPr>
          <p:nvPr>
            <p:ph type="dt" sz="half" idx="10"/>
          </p:nvPr>
        </p:nvSpPr>
        <p:spPr/>
        <p:txBody>
          <a:bodyPr/>
          <a:lstStyle/>
          <a:p>
            <a:fld id="{2A7711CB-003E-4EAD-B5D9-BAC34987A001}" type="datetimeFigureOut">
              <a:rPr lang="en-SG" smtClean="0"/>
              <a:t>25/5/2025</a:t>
            </a:fld>
            <a:endParaRPr lang="en-SG"/>
          </a:p>
        </p:txBody>
      </p:sp>
      <p:sp>
        <p:nvSpPr>
          <p:cNvPr id="3" name="Footer Placeholder 2">
            <a:extLst>
              <a:ext uri="{FF2B5EF4-FFF2-40B4-BE49-F238E27FC236}">
                <a16:creationId xmlns:a16="http://schemas.microsoft.com/office/drawing/2014/main" id="{6568FC60-E2DE-A7B1-15D8-EBA3B69A08B1}"/>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1DD378FE-1A74-5E8C-A4BC-49B499A05C1D}"/>
              </a:ext>
            </a:extLst>
          </p:cNvPr>
          <p:cNvSpPr>
            <a:spLocks noGrp="1"/>
          </p:cNvSpPr>
          <p:nvPr>
            <p:ph type="sldNum" sz="quarter" idx="12"/>
          </p:nvPr>
        </p:nvSpPr>
        <p:spPr/>
        <p:txBody>
          <a:bodyPr/>
          <a:lstStyle/>
          <a:p>
            <a:fld id="{9854034E-8563-446C-A601-BAA5C0C55C8E}" type="slidenum">
              <a:rPr lang="en-SG" smtClean="0"/>
              <a:t>‹#›</a:t>
            </a:fld>
            <a:endParaRPr lang="en-SG"/>
          </a:p>
        </p:txBody>
      </p:sp>
    </p:spTree>
    <p:extLst>
      <p:ext uri="{BB962C8B-B14F-4D97-AF65-F5344CB8AC3E}">
        <p14:creationId xmlns:p14="http://schemas.microsoft.com/office/powerpoint/2010/main" val="10269341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A0BD0-648A-6E81-4A44-F0DFC2016E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30A869C4-C57E-497B-3830-D010049402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1845B2E5-BF37-AB0A-CC04-3EDEA69995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AE57AF-B09D-9700-1D4E-3AE8E1011E40}"/>
              </a:ext>
            </a:extLst>
          </p:cNvPr>
          <p:cNvSpPr>
            <a:spLocks noGrp="1"/>
          </p:cNvSpPr>
          <p:nvPr>
            <p:ph type="dt" sz="half" idx="10"/>
          </p:nvPr>
        </p:nvSpPr>
        <p:spPr/>
        <p:txBody>
          <a:bodyPr/>
          <a:lstStyle/>
          <a:p>
            <a:fld id="{2A7711CB-003E-4EAD-B5D9-BAC34987A001}" type="datetimeFigureOut">
              <a:rPr lang="en-SG" smtClean="0"/>
              <a:t>25/5/2025</a:t>
            </a:fld>
            <a:endParaRPr lang="en-SG"/>
          </a:p>
        </p:txBody>
      </p:sp>
      <p:sp>
        <p:nvSpPr>
          <p:cNvPr id="6" name="Footer Placeholder 5">
            <a:extLst>
              <a:ext uri="{FF2B5EF4-FFF2-40B4-BE49-F238E27FC236}">
                <a16:creationId xmlns:a16="http://schemas.microsoft.com/office/drawing/2014/main" id="{28CDCBF1-A685-D416-8792-D0A31AFBA8B4}"/>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D5219D61-7120-BD3F-C175-20AA72AE2BC4}"/>
              </a:ext>
            </a:extLst>
          </p:cNvPr>
          <p:cNvSpPr>
            <a:spLocks noGrp="1"/>
          </p:cNvSpPr>
          <p:nvPr>
            <p:ph type="sldNum" sz="quarter" idx="12"/>
          </p:nvPr>
        </p:nvSpPr>
        <p:spPr/>
        <p:txBody>
          <a:bodyPr/>
          <a:lstStyle/>
          <a:p>
            <a:fld id="{9854034E-8563-446C-A601-BAA5C0C55C8E}" type="slidenum">
              <a:rPr lang="en-SG" smtClean="0"/>
              <a:t>‹#›</a:t>
            </a:fld>
            <a:endParaRPr lang="en-SG"/>
          </a:p>
        </p:txBody>
      </p:sp>
    </p:spTree>
    <p:extLst>
      <p:ext uri="{BB962C8B-B14F-4D97-AF65-F5344CB8AC3E}">
        <p14:creationId xmlns:p14="http://schemas.microsoft.com/office/powerpoint/2010/main" val="12822491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ACEA5-ACF1-7EA0-AC33-BFEFDA2293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FA67DC43-9C64-BD87-1D80-4D3D065A2D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ED9EBA78-16BB-C4D3-374E-40E514FB68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E3A1BE-FEFC-B1C2-2CCA-EE156E4124C3}"/>
              </a:ext>
            </a:extLst>
          </p:cNvPr>
          <p:cNvSpPr>
            <a:spLocks noGrp="1"/>
          </p:cNvSpPr>
          <p:nvPr>
            <p:ph type="dt" sz="half" idx="10"/>
          </p:nvPr>
        </p:nvSpPr>
        <p:spPr/>
        <p:txBody>
          <a:bodyPr/>
          <a:lstStyle/>
          <a:p>
            <a:fld id="{2A7711CB-003E-4EAD-B5D9-BAC34987A001}" type="datetimeFigureOut">
              <a:rPr lang="en-SG" smtClean="0"/>
              <a:t>25/5/2025</a:t>
            </a:fld>
            <a:endParaRPr lang="en-SG"/>
          </a:p>
        </p:txBody>
      </p:sp>
      <p:sp>
        <p:nvSpPr>
          <p:cNvPr id="6" name="Footer Placeholder 5">
            <a:extLst>
              <a:ext uri="{FF2B5EF4-FFF2-40B4-BE49-F238E27FC236}">
                <a16:creationId xmlns:a16="http://schemas.microsoft.com/office/drawing/2014/main" id="{93FBB646-2D90-63F5-C2E0-5A79457E69EE}"/>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112DA484-F9DF-F6CB-685F-4F787CD92F72}"/>
              </a:ext>
            </a:extLst>
          </p:cNvPr>
          <p:cNvSpPr>
            <a:spLocks noGrp="1"/>
          </p:cNvSpPr>
          <p:nvPr>
            <p:ph type="sldNum" sz="quarter" idx="12"/>
          </p:nvPr>
        </p:nvSpPr>
        <p:spPr/>
        <p:txBody>
          <a:bodyPr/>
          <a:lstStyle/>
          <a:p>
            <a:fld id="{9854034E-8563-446C-A601-BAA5C0C55C8E}" type="slidenum">
              <a:rPr lang="en-SG" smtClean="0"/>
              <a:t>‹#›</a:t>
            </a:fld>
            <a:endParaRPr lang="en-SG"/>
          </a:p>
        </p:txBody>
      </p:sp>
    </p:spTree>
    <p:extLst>
      <p:ext uri="{BB962C8B-B14F-4D97-AF65-F5344CB8AC3E}">
        <p14:creationId xmlns:p14="http://schemas.microsoft.com/office/powerpoint/2010/main" val="5306701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A9B9D-F75B-0B19-C85A-47999A445AB9}"/>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524E14C3-E696-CF3E-14AF-E4A1EBAD012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F35BFC57-1D71-E163-D692-68A27FB1AC06}"/>
              </a:ext>
            </a:extLst>
          </p:cNvPr>
          <p:cNvSpPr>
            <a:spLocks noGrp="1"/>
          </p:cNvSpPr>
          <p:nvPr>
            <p:ph type="dt" sz="half" idx="10"/>
          </p:nvPr>
        </p:nvSpPr>
        <p:spPr/>
        <p:txBody>
          <a:bodyPr/>
          <a:lstStyle/>
          <a:p>
            <a:fld id="{2A7711CB-003E-4EAD-B5D9-BAC34987A001}" type="datetimeFigureOut">
              <a:rPr lang="en-SG" smtClean="0"/>
              <a:t>25/5/2025</a:t>
            </a:fld>
            <a:endParaRPr lang="en-SG"/>
          </a:p>
        </p:txBody>
      </p:sp>
      <p:sp>
        <p:nvSpPr>
          <p:cNvPr id="5" name="Footer Placeholder 4">
            <a:extLst>
              <a:ext uri="{FF2B5EF4-FFF2-40B4-BE49-F238E27FC236}">
                <a16:creationId xmlns:a16="http://schemas.microsoft.com/office/drawing/2014/main" id="{D3652BAB-BE9D-C23D-B3D8-BE38B4437E6D}"/>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F6F3A2C6-56B4-B1EC-B76F-800CFAEC9DBA}"/>
              </a:ext>
            </a:extLst>
          </p:cNvPr>
          <p:cNvSpPr>
            <a:spLocks noGrp="1"/>
          </p:cNvSpPr>
          <p:nvPr>
            <p:ph type="sldNum" sz="quarter" idx="12"/>
          </p:nvPr>
        </p:nvSpPr>
        <p:spPr/>
        <p:txBody>
          <a:bodyPr/>
          <a:lstStyle/>
          <a:p>
            <a:fld id="{9854034E-8563-446C-A601-BAA5C0C55C8E}" type="slidenum">
              <a:rPr lang="en-SG" smtClean="0"/>
              <a:t>‹#›</a:t>
            </a:fld>
            <a:endParaRPr lang="en-SG"/>
          </a:p>
        </p:txBody>
      </p:sp>
    </p:spTree>
    <p:extLst>
      <p:ext uri="{BB962C8B-B14F-4D97-AF65-F5344CB8AC3E}">
        <p14:creationId xmlns:p14="http://schemas.microsoft.com/office/powerpoint/2010/main" val="1093409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CD4D66-842E-F1F2-8BF9-A74F7AEC493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3E2AD838-0174-FFEE-0CDB-4FA296C352C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C6644A44-3804-C89A-8775-7B1C50F3D761}"/>
              </a:ext>
            </a:extLst>
          </p:cNvPr>
          <p:cNvSpPr>
            <a:spLocks noGrp="1"/>
          </p:cNvSpPr>
          <p:nvPr>
            <p:ph type="dt" sz="half" idx="10"/>
          </p:nvPr>
        </p:nvSpPr>
        <p:spPr/>
        <p:txBody>
          <a:bodyPr/>
          <a:lstStyle/>
          <a:p>
            <a:fld id="{2A7711CB-003E-4EAD-B5D9-BAC34987A001}" type="datetimeFigureOut">
              <a:rPr lang="en-SG" smtClean="0"/>
              <a:t>25/5/2025</a:t>
            </a:fld>
            <a:endParaRPr lang="en-SG"/>
          </a:p>
        </p:txBody>
      </p:sp>
      <p:sp>
        <p:nvSpPr>
          <p:cNvPr id="5" name="Footer Placeholder 4">
            <a:extLst>
              <a:ext uri="{FF2B5EF4-FFF2-40B4-BE49-F238E27FC236}">
                <a16:creationId xmlns:a16="http://schemas.microsoft.com/office/drawing/2014/main" id="{B597738C-E9EE-E608-F4B1-321BD82FD988}"/>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E17AD1DB-07CB-3B44-21C4-6430AF785354}"/>
              </a:ext>
            </a:extLst>
          </p:cNvPr>
          <p:cNvSpPr>
            <a:spLocks noGrp="1"/>
          </p:cNvSpPr>
          <p:nvPr>
            <p:ph type="sldNum" sz="quarter" idx="12"/>
          </p:nvPr>
        </p:nvSpPr>
        <p:spPr/>
        <p:txBody>
          <a:bodyPr/>
          <a:lstStyle/>
          <a:p>
            <a:fld id="{9854034E-8563-446C-A601-BAA5C0C55C8E}" type="slidenum">
              <a:rPr lang="en-SG" smtClean="0"/>
              <a:t>‹#›</a:t>
            </a:fld>
            <a:endParaRPr lang="en-SG"/>
          </a:p>
        </p:txBody>
      </p:sp>
    </p:spTree>
    <p:extLst>
      <p:ext uri="{BB962C8B-B14F-4D97-AF65-F5344CB8AC3E}">
        <p14:creationId xmlns:p14="http://schemas.microsoft.com/office/powerpoint/2010/main" val="1276856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FD2D2B-D6B5-8FCD-2A92-446568F199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DB9329E2-E913-F1F5-261C-38CECB3198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665475CD-5823-6102-088E-A6624E277A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A7711CB-003E-4EAD-B5D9-BAC34987A001}" type="datetimeFigureOut">
              <a:rPr lang="en-SG" smtClean="0"/>
              <a:t>25/5/2025</a:t>
            </a:fld>
            <a:endParaRPr lang="en-SG"/>
          </a:p>
        </p:txBody>
      </p:sp>
      <p:sp>
        <p:nvSpPr>
          <p:cNvPr id="5" name="Footer Placeholder 4">
            <a:extLst>
              <a:ext uri="{FF2B5EF4-FFF2-40B4-BE49-F238E27FC236}">
                <a16:creationId xmlns:a16="http://schemas.microsoft.com/office/drawing/2014/main" id="{7B14DD4F-D90F-7FD0-2321-4A2BC893CEA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a:extLst>
              <a:ext uri="{FF2B5EF4-FFF2-40B4-BE49-F238E27FC236}">
                <a16:creationId xmlns:a16="http://schemas.microsoft.com/office/drawing/2014/main" id="{CA1D59A1-6BB2-700B-EAFD-8495BC0244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854034E-8563-446C-A601-BAA5C0C55C8E}" type="slidenum">
              <a:rPr lang="en-SG" smtClean="0"/>
              <a:t>‹#›</a:t>
            </a:fld>
            <a:endParaRPr lang="en-SG"/>
          </a:p>
        </p:txBody>
      </p:sp>
    </p:spTree>
    <p:extLst>
      <p:ext uri="{BB962C8B-B14F-4D97-AF65-F5344CB8AC3E}">
        <p14:creationId xmlns:p14="http://schemas.microsoft.com/office/powerpoint/2010/main" val="329990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22A397E7-BF60-45B2-84C7-B074B76C37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Financial graphs on a dark display">
            <a:extLst>
              <a:ext uri="{FF2B5EF4-FFF2-40B4-BE49-F238E27FC236}">
                <a16:creationId xmlns:a16="http://schemas.microsoft.com/office/drawing/2014/main" id="{7206FDB2-D93B-F604-7BD3-D8F2CB043276}"/>
              </a:ext>
            </a:extLst>
          </p:cNvPr>
          <p:cNvPicPr>
            <a:picLocks noChangeAspect="1"/>
          </p:cNvPicPr>
          <p:nvPr/>
        </p:nvPicPr>
        <p:blipFill>
          <a:blip r:embed="rId2">
            <a:alphaModFix/>
          </a:blip>
          <a:srcRect l="1872" r="26058"/>
          <a:stretch/>
        </p:blipFill>
        <p:spPr>
          <a:xfrm>
            <a:off x="4283902" y="10"/>
            <a:ext cx="7908098" cy="6857992"/>
          </a:xfrm>
          <a:prstGeom prst="rect">
            <a:avLst/>
          </a:prstGeom>
        </p:spPr>
      </p:pic>
      <p:sp>
        <p:nvSpPr>
          <p:cNvPr id="29" name="Rectangle 28">
            <a:extLst>
              <a:ext uri="{FF2B5EF4-FFF2-40B4-BE49-F238E27FC236}">
                <a16:creationId xmlns:a16="http://schemas.microsoft.com/office/drawing/2014/main" id="{890DEF05-784E-4B61-89E4-04C4ECF4E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36000">
                <a:schemeClr val="tx1">
                  <a:lumMod val="95000"/>
                  <a:lumOff val="5000"/>
                </a:schemeClr>
              </a:gs>
              <a:gs pos="81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FA1EBB-D866-EEBA-F740-A2ABD5232D24}"/>
              </a:ext>
            </a:extLst>
          </p:cNvPr>
          <p:cNvSpPr>
            <a:spLocks noGrp="1"/>
          </p:cNvSpPr>
          <p:nvPr>
            <p:ph type="ctrTitle"/>
          </p:nvPr>
        </p:nvSpPr>
        <p:spPr>
          <a:xfrm>
            <a:off x="728663" y="1115219"/>
            <a:ext cx="5505449" cy="2387600"/>
          </a:xfrm>
        </p:spPr>
        <p:txBody>
          <a:bodyPr>
            <a:normAutofit/>
          </a:bodyPr>
          <a:lstStyle/>
          <a:p>
            <a:pPr algn="l"/>
            <a:r>
              <a:rPr lang="en-SG" sz="5000" dirty="0">
                <a:solidFill>
                  <a:schemeClr val="bg1"/>
                </a:solidFill>
              </a:rPr>
              <a:t>Analytics Platform Guide</a:t>
            </a:r>
          </a:p>
        </p:txBody>
      </p:sp>
      <p:sp>
        <p:nvSpPr>
          <p:cNvPr id="3" name="Subtitle 2">
            <a:extLst>
              <a:ext uri="{FF2B5EF4-FFF2-40B4-BE49-F238E27FC236}">
                <a16:creationId xmlns:a16="http://schemas.microsoft.com/office/drawing/2014/main" id="{4375D2E2-71CE-5570-0047-A69A4C3BFA7E}"/>
              </a:ext>
            </a:extLst>
          </p:cNvPr>
          <p:cNvSpPr>
            <a:spLocks noGrp="1"/>
          </p:cNvSpPr>
          <p:nvPr>
            <p:ph type="subTitle" idx="1"/>
          </p:nvPr>
        </p:nvSpPr>
        <p:spPr>
          <a:xfrm>
            <a:off x="728663" y="3902075"/>
            <a:ext cx="5998380" cy="1655762"/>
          </a:xfrm>
        </p:spPr>
        <p:txBody>
          <a:bodyPr>
            <a:normAutofit/>
          </a:bodyPr>
          <a:lstStyle/>
          <a:p>
            <a:pPr algn="l"/>
            <a:r>
              <a:rPr lang="en-SG" sz="2000" dirty="0">
                <a:solidFill>
                  <a:schemeClr val="bg1"/>
                </a:solidFill>
              </a:rPr>
              <a:t>Biometrics &amp; Profiling Centre of Expertise (B&amp;P </a:t>
            </a:r>
            <a:r>
              <a:rPr lang="en-SG" sz="2000" dirty="0" err="1">
                <a:solidFill>
                  <a:schemeClr val="bg1"/>
                </a:solidFill>
              </a:rPr>
              <a:t>CoE</a:t>
            </a:r>
            <a:r>
              <a:rPr lang="en-SG" sz="2000" dirty="0">
                <a:solidFill>
                  <a:schemeClr val="bg1"/>
                </a:solidFill>
              </a:rPr>
              <a:t>)</a:t>
            </a:r>
          </a:p>
          <a:p>
            <a:pPr algn="l"/>
            <a:r>
              <a:rPr lang="en-SG" sz="2000" dirty="0">
                <a:solidFill>
                  <a:schemeClr val="bg1"/>
                </a:solidFill>
              </a:rPr>
              <a:t>Official Closed (Non-Sensitive)</a:t>
            </a:r>
          </a:p>
          <a:p>
            <a:pPr algn="l"/>
            <a:r>
              <a:rPr lang="en-SG" sz="2000" dirty="0">
                <a:solidFill>
                  <a:schemeClr val="bg1"/>
                </a:solidFill>
              </a:rPr>
              <a:t>Correct as </a:t>
            </a:r>
            <a:r>
              <a:rPr lang="en-SG" sz="2000">
                <a:solidFill>
                  <a:schemeClr val="bg1"/>
                </a:solidFill>
              </a:rPr>
              <a:t>at 22 Jan 2025</a:t>
            </a:r>
            <a:endParaRPr lang="en-SG" sz="2000" dirty="0">
              <a:solidFill>
                <a:schemeClr val="bg1"/>
              </a:solidFill>
            </a:endParaRPr>
          </a:p>
        </p:txBody>
      </p:sp>
      <p:cxnSp>
        <p:nvCxnSpPr>
          <p:cNvPr id="31" name="Straight Connector 30">
            <a:extLst>
              <a:ext uri="{FF2B5EF4-FFF2-40B4-BE49-F238E27FC236}">
                <a16:creationId xmlns:a16="http://schemas.microsoft.com/office/drawing/2014/main" id="{C41BAEC7-F7B0-4224-8B18-8F74B7D87F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8585" y="3681408"/>
            <a:ext cx="1193482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4717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24FAA-E179-2B11-B8DE-BA513C082ABD}"/>
              </a:ext>
            </a:extLst>
          </p:cNvPr>
          <p:cNvSpPr>
            <a:spLocks noGrp="1"/>
          </p:cNvSpPr>
          <p:nvPr>
            <p:ph type="title"/>
          </p:nvPr>
        </p:nvSpPr>
        <p:spPr/>
        <p:txBody>
          <a:bodyPr/>
          <a:lstStyle/>
          <a:p>
            <a:r>
              <a:rPr lang="en-SG" dirty="0"/>
              <a:t>Table of Contents</a:t>
            </a:r>
          </a:p>
        </p:txBody>
      </p:sp>
      <p:sp>
        <p:nvSpPr>
          <p:cNvPr id="3" name="Content Placeholder 2">
            <a:extLst>
              <a:ext uri="{FF2B5EF4-FFF2-40B4-BE49-F238E27FC236}">
                <a16:creationId xmlns:a16="http://schemas.microsoft.com/office/drawing/2014/main" id="{633BCAE9-A0CF-94F6-34D9-C3E8FE6DBEA7}"/>
              </a:ext>
            </a:extLst>
          </p:cNvPr>
          <p:cNvSpPr>
            <a:spLocks noGrp="1"/>
          </p:cNvSpPr>
          <p:nvPr>
            <p:ph idx="1"/>
          </p:nvPr>
        </p:nvSpPr>
        <p:spPr/>
        <p:txBody>
          <a:bodyPr/>
          <a:lstStyle/>
          <a:p>
            <a:r>
              <a:rPr lang="en-SG" dirty="0"/>
              <a:t>Different folders in the Repository</a:t>
            </a:r>
          </a:p>
          <a:p>
            <a:r>
              <a:rPr lang="en-SG" dirty="0"/>
              <a:t>What has been done for the backend?</a:t>
            </a:r>
          </a:p>
          <a:p>
            <a:r>
              <a:rPr lang="en-SG" dirty="0"/>
              <a:t>Some case studies and examples for more complex</a:t>
            </a:r>
          </a:p>
          <a:p>
            <a:pPr lvl="1"/>
            <a:r>
              <a:rPr lang="en-SG" dirty="0"/>
              <a:t>Merging of 2 different data frames for storage savings</a:t>
            </a:r>
          </a:p>
          <a:p>
            <a:pPr lvl="1"/>
            <a:r>
              <a:rPr lang="en-SG" dirty="0"/>
              <a:t>Ranking for FPIR and FNIR</a:t>
            </a:r>
          </a:p>
          <a:p>
            <a:r>
              <a:rPr lang="en-SG" dirty="0"/>
              <a:t>Overall progress for 1:1</a:t>
            </a:r>
          </a:p>
          <a:p>
            <a:r>
              <a:rPr lang="en-SG" dirty="0"/>
              <a:t>Things that needs to be done for 1:1</a:t>
            </a:r>
          </a:p>
          <a:p>
            <a:r>
              <a:rPr lang="en-SG" dirty="0"/>
              <a:t>Overall timeline</a:t>
            </a:r>
          </a:p>
          <a:p>
            <a:endParaRPr lang="en-SG" dirty="0"/>
          </a:p>
          <a:p>
            <a:endParaRPr lang="en-SG" dirty="0"/>
          </a:p>
        </p:txBody>
      </p:sp>
    </p:spTree>
    <p:extLst>
      <p:ext uri="{BB962C8B-B14F-4D97-AF65-F5344CB8AC3E}">
        <p14:creationId xmlns:p14="http://schemas.microsoft.com/office/powerpoint/2010/main" val="20048224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1CEBB-0F96-5414-35D4-35E683E2BB27}"/>
              </a:ext>
            </a:extLst>
          </p:cNvPr>
          <p:cNvSpPr>
            <a:spLocks noGrp="1"/>
          </p:cNvSpPr>
          <p:nvPr>
            <p:ph type="title"/>
          </p:nvPr>
        </p:nvSpPr>
        <p:spPr/>
        <p:txBody>
          <a:bodyPr/>
          <a:lstStyle/>
          <a:p>
            <a:r>
              <a:rPr lang="en-SG"/>
              <a:t>What are the different folders for?</a:t>
            </a:r>
            <a:endParaRPr lang="en-SG" dirty="0"/>
          </a:p>
        </p:txBody>
      </p:sp>
      <p:sp>
        <p:nvSpPr>
          <p:cNvPr id="3" name="Content Placeholder 2">
            <a:extLst>
              <a:ext uri="{FF2B5EF4-FFF2-40B4-BE49-F238E27FC236}">
                <a16:creationId xmlns:a16="http://schemas.microsoft.com/office/drawing/2014/main" id="{6F218504-79E6-A624-2B58-049706BB446A}"/>
              </a:ext>
            </a:extLst>
          </p:cNvPr>
          <p:cNvSpPr>
            <a:spLocks noGrp="1"/>
          </p:cNvSpPr>
          <p:nvPr>
            <p:ph idx="1"/>
          </p:nvPr>
        </p:nvSpPr>
        <p:spPr>
          <a:xfrm>
            <a:off x="838200" y="1825624"/>
            <a:ext cx="10515600" cy="4818709"/>
          </a:xfrm>
        </p:spPr>
        <p:txBody>
          <a:bodyPr>
            <a:normAutofit fontScale="85000" lnSpcReduction="20000"/>
          </a:bodyPr>
          <a:lstStyle/>
          <a:p>
            <a:pPr marL="514350" indent="-514350">
              <a:buFont typeface="+mj-lt"/>
              <a:buAutoNum type="arabicPeriod"/>
            </a:pPr>
            <a:r>
              <a:rPr lang="en-SG" dirty="0" err="1"/>
              <a:t>Source_codes</a:t>
            </a:r>
            <a:endParaRPr lang="en-SG" dirty="0"/>
          </a:p>
          <a:p>
            <a:pPr lvl="1"/>
            <a:r>
              <a:rPr lang="en-SG" dirty="0"/>
              <a:t>These are compiled source codes that are working. (Completed Features)</a:t>
            </a:r>
          </a:p>
          <a:p>
            <a:pPr lvl="1"/>
            <a:r>
              <a:rPr lang="en-SG" dirty="0"/>
              <a:t>This can contain codes that are not being used in the production as they may still be pending implementation (see section 6)</a:t>
            </a:r>
          </a:p>
          <a:p>
            <a:pPr marL="514350" indent="-514350">
              <a:buFont typeface="+mj-lt"/>
              <a:buAutoNum type="arabicPeriod"/>
            </a:pPr>
            <a:r>
              <a:rPr lang="en-SG" dirty="0"/>
              <a:t>Resources</a:t>
            </a:r>
          </a:p>
          <a:p>
            <a:pPr lvl="1"/>
            <a:r>
              <a:rPr lang="en-SG" dirty="0"/>
              <a:t>These are resources (raw data, etc.) for the program</a:t>
            </a:r>
          </a:p>
          <a:p>
            <a:pPr marL="514350" indent="-514350">
              <a:buFont typeface="+mj-lt"/>
              <a:buAutoNum type="arabicPeriod"/>
            </a:pPr>
            <a:r>
              <a:rPr lang="en-SG" dirty="0"/>
              <a:t>Build</a:t>
            </a:r>
          </a:p>
          <a:p>
            <a:pPr lvl="1"/>
            <a:r>
              <a:rPr lang="en-SG" dirty="0"/>
              <a:t>This is for the app/docker development</a:t>
            </a:r>
          </a:p>
          <a:p>
            <a:pPr lvl="1"/>
            <a:r>
              <a:rPr lang="en-SG" dirty="0"/>
              <a:t>Tentatively putting this on hold</a:t>
            </a:r>
          </a:p>
          <a:p>
            <a:pPr marL="514350" indent="-514350">
              <a:buFont typeface="+mj-lt"/>
              <a:buAutoNum type="arabicPeriod"/>
            </a:pPr>
            <a:r>
              <a:rPr lang="en-SG" dirty="0" err="1"/>
              <a:t>Data_Cleanup</a:t>
            </a:r>
            <a:endParaRPr lang="en-SG" dirty="0"/>
          </a:p>
          <a:p>
            <a:pPr marL="971550" lvl="1" indent="-514350">
              <a:buFont typeface="+mj-lt"/>
              <a:buAutoNum type="arabicPeriod"/>
            </a:pPr>
            <a:r>
              <a:rPr lang="en-SG" dirty="0"/>
              <a:t>This portion is similar to “2.resources: just that the data was cleaned up and sorted neatly for data usage.</a:t>
            </a:r>
          </a:p>
          <a:p>
            <a:pPr marL="514350" indent="-514350">
              <a:buFont typeface="+mj-lt"/>
              <a:buAutoNum type="arabicPeriod"/>
            </a:pPr>
            <a:r>
              <a:rPr lang="en-SG" dirty="0"/>
              <a:t>Documentation</a:t>
            </a:r>
          </a:p>
          <a:p>
            <a:pPr marL="971550" lvl="1" indent="-514350">
              <a:buFont typeface="+mj-lt"/>
              <a:buAutoNum type="arabicPeriod"/>
            </a:pPr>
            <a:r>
              <a:rPr lang="en-SG" dirty="0"/>
              <a:t>This portion is just to document what was being done and for what purposes. Working to get this done so that people on board will be able to get started quickly.</a:t>
            </a:r>
          </a:p>
          <a:p>
            <a:pPr marL="0" indent="0">
              <a:buNone/>
            </a:pPr>
            <a:endParaRPr lang="en-SG" dirty="0"/>
          </a:p>
        </p:txBody>
      </p:sp>
    </p:spTree>
    <p:extLst>
      <p:ext uri="{BB962C8B-B14F-4D97-AF65-F5344CB8AC3E}">
        <p14:creationId xmlns:p14="http://schemas.microsoft.com/office/powerpoint/2010/main" val="1770660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E88EF-A575-34A7-7179-F2FA04E06138}"/>
              </a:ext>
            </a:extLst>
          </p:cNvPr>
          <p:cNvSpPr>
            <a:spLocks noGrp="1"/>
          </p:cNvSpPr>
          <p:nvPr>
            <p:ph type="title"/>
          </p:nvPr>
        </p:nvSpPr>
        <p:spPr/>
        <p:txBody>
          <a:bodyPr/>
          <a:lstStyle/>
          <a:p>
            <a:r>
              <a:rPr lang="en-SG" dirty="0"/>
              <a:t>What are the different folders for? Cont.</a:t>
            </a:r>
          </a:p>
        </p:txBody>
      </p:sp>
      <p:sp>
        <p:nvSpPr>
          <p:cNvPr id="3" name="Content Placeholder 2">
            <a:extLst>
              <a:ext uri="{FF2B5EF4-FFF2-40B4-BE49-F238E27FC236}">
                <a16:creationId xmlns:a16="http://schemas.microsoft.com/office/drawing/2014/main" id="{703CA04E-64DB-0C58-6687-9FFF4FAF90FD}"/>
              </a:ext>
            </a:extLst>
          </p:cNvPr>
          <p:cNvSpPr>
            <a:spLocks noGrp="1"/>
          </p:cNvSpPr>
          <p:nvPr>
            <p:ph idx="1"/>
          </p:nvPr>
        </p:nvSpPr>
        <p:spPr/>
        <p:txBody>
          <a:bodyPr/>
          <a:lstStyle/>
          <a:p>
            <a:pPr marL="514350" indent="-514350">
              <a:buFont typeface="+mj-lt"/>
              <a:buAutoNum type="arabicPeriod" startAt="6"/>
            </a:pPr>
            <a:r>
              <a:rPr lang="en-SG" dirty="0" err="1"/>
              <a:t>Test_scripts</a:t>
            </a:r>
            <a:endParaRPr lang="en-SG" dirty="0"/>
          </a:p>
          <a:p>
            <a:pPr marL="971550" lvl="1" indent="-514350">
              <a:buFont typeface="+mj-lt"/>
              <a:buAutoNum type="arabicPeriod"/>
            </a:pPr>
            <a:r>
              <a:rPr lang="en-SG" dirty="0"/>
              <a:t>This section is for you to try out scripts like a working copy of a function, it may or may not necessarily work</a:t>
            </a:r>
          </a:p>
          <a:p>
            <a:pPr marL="971550" lvl="1" indent="-514350">
              <a:buFont typeface="+mj-lt"/>
              <a:buAutoNum type="arabicPeriod"/>
            </a:pPr>
            <a:r>
              <a:rPr lang="en-SG" dirty="0"/>
              <a:t>There is a subsection called implementation, this is for you to merge the test scripts and modify it to work the way you want it to work</a:t>
            </a:r>
          </a:p>
          <a:p>
            <a:pPr marL="514350" indent="-514350">
              <a:buFont typeface="+mj-lt"/>
              <a:buAutoNum type="arabicPeriod" startAt="6"/>
            </a:pPr>
            <a:r>
              <a:rPr lang="en-SG" dirty="0"/>
              <a:t>Production</a:t>
            </a:r>
          </a:p>
          <a:p>
            <a:pPr marL="971550" lvl="1" indent="-514350">
              <a:buFont typeface="+mj-lt"/>
              <a:buAutoNum type="arabicPeriod"/>
            </a:pPr>
            <a:r>
              <a:rPr lang="en-SG" dirty="0"/>
              <a:t>These are the finalized codes that will be working</a:t>
            </a:r>
          </a:p>
        </p:txBody>
      </p:sp>
    </p:spTree>
    <p:extLst>
      <p:ext uri="{BB962C8B-B14F-4D97-AF65-F5344CB8AC3E}">
        <p14:creationId xmlns:p14="http://schemas.microsoft.com/office/powerpoint/2010/main" val="5310431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8637D-5652-0314-76A3-DCB8812481F4}"/>
              </a:ext>
            </a:extLst>
          </p:cNvPr>
          <p:cNvSpPr>
            <a:spLocks noGrp="1"/>
          </p:cNvSpPr>
          <p:nvPr>
            <p:ph type="title"/>
          </p:nvPr>
        </p:nvSpPr>
        <p:spPr/>
        <p:txBody>
          <a:bodyPr/>
          <a:lstStyle/>
          <a:p>
            <a:r>
              <a:rPr lang="en-SG" dirty="0"/>
              <a:t>What was being done at the backend?</a:t>
            </a:r>
          </a:p>
        </p:txBody>
      </p:sp>
      <p:sp>
        <p:nvSpPr>
          <p:cNvPr id="3" name="Content Placeholder 2">
            <a:extLst>
              <a:ext uri="{FF2B5EF4-FFF2-40B4-BE49-F238E27FC236}">
                <a16:creationId xmlns:a16="http://schemas.microsoft.com/office/drawing/2014/main" id="{A051BCDC-A88A-EBBB-A1A7-75797CE42FC3}"/>
              </a:ext>
            </a:extLst>
          </p:cNvPr>
          <p:cNvSpPr>
            <a:spLocks noGrp="1"/>
          </p:cNvSpPr>
          <p:nvPr>
            <p:ph idx="1"/>
          </p:nvPr>
        </p:nvSpPr>
        <p:spPr/>
        <p:txBody>
          <a:bodyPr/>
          <a:lstStyle/>
          <a:p>
            <a:pPr marL="514350" indent="-514350">
              <a:buFont typeface="+mj-lt"/>
              <a:buAutoNum type="arabicPeriod"/>
            </a:pPr>
            <a:r>
              <a:rPr lang="en-SG" dirty="0"/>
              <a:t>Accessing the database through a password.txt file</a:t>
            </a:r>
          </a:p>
          <a:p>
            <a:pPr marL="514350" indent="-514350">
              <a:buFont typeface="+mj-lt"/>
              <a:buAutoNum type="arabicPeriod"/>
            </a:pPr>
            <a:r>
              <a:rPr lang="en-SG" dirty="0"/>
              <a:t>Parsing the information for ID1, ID2 and matching score</a:t>
            </a:r>
          </a:p>
          <a:p>
            <a:pPr marL="514350" indent="-514350">
              <a:buFont typeface="+mj-lt"/>
              <a:buAutoNum type="arabicPeriod"/>
            </a:pPr>
            <a:r>
              <a:rPr lang="en-SG" dirty="0"/>
              <a:t>Moving the parsed information into a database table</a:t>
            </a:r>
          </a:p>
          <a:p>
            <a:pPr marL="514350" indent="-514350">
              <a:buFont typeface="+mj-lt"/>
              <a:buAutoNum type="arabicPeriod"/>
            </a:pPr>
            <a:r>
              <a:rPr lang="en-SG" b="1" dirty="0"/>
              <a:t>Merging the data using matching score and demographic reference table</a:t>
            </a:r>
          </a:p>
          <a:p>
            <a:pPr marL="514350" indent="-514350">
              <a:buFont typeface="+mj-lt"/>
              <a:buAutoNum type="arabicPeriod"/>
            </a:pPr>
            <a:r>
              <a:rPr lang="en-SG" dirty="0"/>
              <a:t>Computing ranking based on the threshold</a:t>
            </a:r>
          </a:p>
          <a:p>
            <a:pPr marL="514350" indent="-514350">
              <a:buFont typeface="+mj-lt"/>
              <a:buAutoNum type="arabicPeriod"/>
            </a:pPr>
            <a:r>
              <a:rPr lang="en-SG" dirty="0"/>
              <a:t>Filtering</a:t>
            </a:r>
          </a:p>
          <a:p>
            <a:pPr lvl="1"/>
            <a:r>
              <a:rPr lang="en-SG" dirty="0"/>
              <a:t>Filter based on ID range or Matching score range or specific case</a:t>
            </a:r>
          </a:p>
        </p:txBody>
      </p:sp>
    </p:spTree>
    <p:extLst>
      <p:ext uri="{BB962C8B-B14F-4D97-AF65-F5344CB8AC3E}">
        <p14:creationId xmlns:p14="http://schemas.microsoft.com/office/powerpoint/2010/main" val="1045276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596B0-28F7-AE3E-D639-3A7A401769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2D1012-5DE5-9CF0-78CC-634F42D4EB4C}"/>
              </a:ext>
            </a:extLst>
          </p:cNvPr>
          <p:cNvSpPr>
            <a:spLocks noGrp="1"/>
          </p:cNvSpPr>
          <p:nvPr>
            <p:ph type="title"/>
          </p:nvPr>
        </p:nvSpPr>
        <p:spPr/>
        <p:txBody>
          <a:bodyPr>
            <a:normAutofit/>
          </a:bodyPr>
          <a:lstStyle/>
          <a:p>
            <a:r>
              <a:rPr lang="en-SG" dirty="0"/>
              <a:t>4. Merging the data using matching score and demographic reference table</a:t>
            </a:r>
          </a:p>
        </p:txBody>
      </p:sp>
      <p:sp>
        <p:nvSpPr>
          <p:cNvPr id="3" name="Content Placeholder 2">
            <a:extLst>
              <a:ext uri="{FF2B5EF4-FFF2-40B4-BE49-F238E27FC236}">
                <a16:creationId xmlns:a16="http://schemas.microsoft.com/office/drawing/2014/main" id="{B4D332D3-9F65-2C84-C4D2-49BEEB874692}"/>
              </a:ext>
            </a:extLst>
          </p:cNvPr>
          <p:cNvSpPr>
            <a:spLocks noGrp="1"/>
          </p:cNvSpPr>
          <p:nvPr>
            <p:ph idx="1"/>
          </p:nvPr>
        </p:nvSpPr>
        <p:spPr>
          <a:xfrm>
            <a:off x="838200" y="1825625"/>
            <a:ext cx="10515600" cy="2213358"/>
          </a:xfrm>
        </p:spPr>
        <p:txBody>
          <a:bodyPr>
            <a:normAutofit/>
          </a:bodyPr>
          <a:lstStyle/>
          <a:p>
            <a:pPr marL="0" indent="0">
              <a:buNone/>
            </a:pPr>
            <a:r>
              <a:rPr lang="en-SG" sz="2000" dirty="0"/>
              <a:t>Currently, we have to script to merge the information from the 2 tables</a:t>
            </a:r>
          </a:p>
          <a:p>
            <a:pPr lvl="1"/>
            <a:r>
              <a:rPr lang="en-SG" sz="1800" dirty="0"/>
              <a:t>A: Matching score without demographics</a:t>
            </a:r>
          </a:p>
          <a:p>
            <a:pPr lvl="1"/>
            <a:r>
              <a:rPr lang="en-SG" sz="1800" dirty="0"/>
              <a:t>B: Demographic information from the individuals</a:t>
            </a:r>
          </a:p>
          <a:p>
            <a:pPr marL="0" indent="0">
              <a:buNone/>
            </a:pPr>
            <a:r>
              <a:rPr lang="en-SG" sz="2000" dirty="0"/>
              <a:t>Previously, we have used mock data, ZZZZ matching score, etc.</a:t>
            </a:r>
          </a:p>
          <a:p>
            <a:pPr marL="0" indent="0">
              <a:buNone/>
            </a:pPr>
            <a:r>
              <a:rPr lang="en-SG" sz="2000" dirty="0"/>
              <a:t>With open source data and NEC’s result string, we are able validate that our code works</a:t>
            </a:r>
          </a:p>
        </p:txBody>
      </p:sp>
      <p:graphicFrame>
        <p:nvGraphicFramePr>
          <p:cNvPr id="5" name="Table 4">
            <a:extLst>
              <a:ext uri="{FF2B5EF4-FFF2-40B4-BE49-F238E27FC236}">
                <a16:creationId xmlns:a16="http://schemas.microsoft.com/office/drawing/2014/main" id="{B3F5DEF0-B391-D4B8-DFF0-5337AD78689F}"/>
              </a:ext>
            </a:extLst>
          </p:cNvPr>
          <p:cNvGraphicFramePr>
            <a:graphicFrameLocks noGrp="1"/>
          </p:cNvGraphicFramePr>
          <p:nvPr>
            <p:extLst>
              <p:ext uri="{D42A27DB-BD31-4B8C-83A1-F6EECF244321}">
                <p14:modId xmlns:p14="http://schemas.microsoft.com/office/powerpoint/2010/main" val="2763747253"/>
              </p:ext>
            </p:extLst>
          </p:nvPr>
        </p:nvGraphicFramePr>
        <p:xfrm>
          <a:off x="529444" y="4081160"/>
          <a:ext cx="3279790" cy="1854200"/>
        </p:xfrm>
        <a:graphic>
          <a:graphicData uri="http://schemas.openxmlformats.org/drawingml/2006/table">
            <a:tbl>
              <a:tblPr firstRow="1" bandRow="1">
                <a:tableStyleId>{5C22544A-7EE6-4342-B048-85BDC9FD1C3A}</a:tableStyleId>
              </a:tblPr>
              <a:tblGrid>
                <a:gridCol w="674439">
                  <a:extLst>
                    <a:ext uri="{9D8B030D-6E8A-4147-A177-3AD203B41FA5}">
                      <a16:colId xmlns:a16="http://schemas.microsoft.com/office/drawing/2014/main" val="4210915347"/>
                    </a:ext>
                  </a:extLst>
                </a:gridCol>
                <a:gridCol w="730601">
                  <a:extLst>
                    <a:ext uri="{9D8B030D-6E8A-4147-A177-3AD203B41FA5}">
                      <a16:colId xmlns:a16="http://schemas.microsoft.com/office/drawing/2014/main" val="469551058"/>
                    </a:ext>
                  </a:extLst>
                </a:gridCol>
                <a:gridCol w="1874750">
                  <a:extLst>
                    <a:ext uri="{9D8B030D-6E8A-4147-A177-3AD203B41FA5}">
                      <a16:colId xmlns:a16="http://schemas.microsoft.com/office/drawing/2014/main" val="1460576912"/>
                    </a:ext>
                  </a:extLst>
                </a:gridCol>
              </a:tblGrid>
              <a:tr h="370840">
                <a:tc>
                  <a:txBody>
                    <a:bodyPr/>
                    <a:lstStyle/>
                    <a:p>
                      <a:r>
                        <a:rPr lang="en-SG" dirty="0"/>
                        <a:t>ID1</a:t>
                      </a:r>
                    </a:p>
                  </a:txBody>
                  <a:tcPr/>
                </a:tc>
                <a:tc>
                  <a:txBody>
                    <a:bodyPr/>
                    <a:lstStyle/>
                    <a:p>
                      <a:r>
                        <a:rPr lang="en-SG" dirty="0"/>
                        <a:t>ID2</a:t>
                      </a:r>
                    </a:p>
                  </a:txBody>
                  <a:tcPr/>
                </a:tc>
                <a:tc>
                  <a:txBody>
                    <a:bodyPr/>
                    <a:lstStyle/>
                    <a:p>
                      <a:r>
                        <a:rPr lang="en-SG" dirty="0"/>
                        <a:t>Matching Score</a:t>
                      </a:r>
                    </a:p>
                  </a:txBody>
                  <a:tcPr/>
                </a:tc>
                <a:extLst>
                  <a:ext uri="{0D108BD9-81ED-4DB2-BD59-A6C34878D82A}">
                    <a16:rowId xmlns:a16="http://schemas.microsoft.com/office/drawing/2014/main" val="3584907699"/>
                  </a:ext>
                </a:extLst>
              </a:tr>
              <a:tr h="370840">
                <a:tc>
                  <a:txBody>
                    <a:bodyPr/>
                    <a:lstStyle/>
                    <a:p>
                      <a:endParaRPr lang="en-SG"/>
                    </a:p>
                  </a:txBody>
                  <a:tcPr/>
                </a:tc>
                <a:tc>
                  <a:txBody>
                    <a:bodyPr/>
                    <a:lstStyle/>
                    <a:p>
                      <a:endParaRPr lang="en-SG" dirty="0"/>
                    </a:p>
                  </a:txBody>
                  <a:tcPr/>
                </a:tc>
                <a:tc>
                  <a:txBody>
                    <a:bodyPr/>
                    <a:lstStyle/>
                    <a:p>
                      <a:endParaRPr lang="en-SG"/>
                    </a:p>
                  </a:txBody>
                  <a:tcPr/>
                </a:tc>
                <a:extLst>
                  <a:ext uri="{0D108BD9-81ED-4DB2-BD59-A6C34878D82A}">
                    <a16:rowId xmlns:a16="http://schemas.microsoft.com/office/drawing/2014/main" val="727328968"/>
                  </a:ext>
                </a:extLst>
              </a:tr>
              <a:tr h="370840">
                <a:tc>
                  <a:txBody>
                    <a:bodyPr/>
                    <a:lstStyle/>
                    <a:p>
                      <a:endParaRPr lang="en-SG"/>
                    </a:p>
                  </a:txBody>
                  <a:tcPr/>
                </a:tc>
                <a:tc>
                  <a:txBody>
                    <a:bodyPr/>
                    <a:lstStyle/>
                    <a:p>
                      <a:endParaRPr lang="en-SG"/>
                    </a:p>
                  </a:txBody>
                  <a:tcPr/>
                </a:tc>
                <a:tc>
                  <a:txBody>
                    <a:bodyPr/>
                    <a:lstStyle/>
                    <a:p>
                      <a:endParaRPr lang="en-SG" dirty="0"/>
                    </a:p>
                  </a:txBody>
                  <a:tcPr/>
                </a:tc>
                <a:extLst>
                  <a:ext uri="{0D108BD9-81ED-4DB2-BD59-A6C34878D82A}">
                    <a16:rowId xmlns:a16="http://schemas.microsoft.com/office/drawing/2014/main" val="2416787768"/>
                  </a:ext>
                </a:extLst>
              </a:tr>
              <a:tr h="370840">
                <a:tc>
                  <a:txBody>
                    <a:bodyPr/>
                    <a:lstStyle/>
                    <a:p>
                      <a:endParaRPr lang="en-SG"/>
                    </a:p>
                  </a:txBody>
                  <a:tcPr/>
                </a:tc>
                <a:tc>
                  <a:txBody>
                    <a:bodyPr/>
                    <a:lstStyle/>
                    <a:p>
                      <a:endParaRPr lang="en-SG"/>
                    </a:p>
                  </a:txBody>
                  <a:tcPr/>
                </a:tc>
                <a:tc>
                  <a:txBody>
                    <a:bodyPr/>
                    <a:lstStyle/>
                    <a:p>
                      <a:endParaRPr lang="en-SG"/>
                    </a:p>
                  </a:txBody>
                  <a:tcPr/>
                </a:tc>
                <a:extLst>
                  <a:ext uri="{0D108BD9-81ED-4DB2-BD59-A6C34878D82A}">
                    <a16:rowId xmlns:a16="http://schemas.microsoft.com/office/drawing/2014/main" val="1206568651"/>
                  </a:ext>
                </a:extLst>
              </a:tr>
              <a:tr h="370840">
                <a:tc>
                  <a:txBody>
                    <a:bodyPr/>
                    <a:lstStyle/>
                    <a:p>
                      <a:endParaRPr lang="en-SG"/>
                    </a:p>
                  </a:txBody>
                  <a:tcPr/>
                </a:tc>
                <a:tc>
                  <a:txBody>
                    <a:bodyPr/>
                    <a:lstStyle/>
                    <a:p>
                      <a:endParaRPr lang="en-SG"/>
                    </a:p>
                  </a:txBody>
                  <a:tcPr/>
                </a:tc>
                <a:tc>
                  <a:txBody>
                    <a:bodyPr/>
                    <a:lstStyle/>
                    <a:p>
                      <a:endParaRPr lang="en-SG" dirty="0"/>
                    </a:p>
                  </a:txBody>
                  <a:tcPr/>
                </a:tc>
                <a:extLst>
                  <a:ext uri="{0D108BD9-81ED-4DB2-BD59-A6C34878D82A}">
                    <a16:rowId xmlns:a16="http://schemas.microsoft.com/office/drawing/2014/main" val="2314743117"/>
                  </a:ext>
                </a:extLst>
              </a:tr>
            </a:tbl>
          </a:graphicData>
        </a:graphic>
      </p:graphicFrame>
      <p:graphicFrame>
        <p:nvGraphicFramePr>
          <p:cNvPr id="6" name="Table 5">
            <a:extLst>
              <a:ext uri="{FF2B5EF4-FFF2-40B4-BE49-F238E27FC236}">
                <a16:creationId xmlns:a16="http://schemas.microsoft.com/office/drawing/2014/main" id="{5D7B03F6-FDAA-52F7-736B-E0985F666D8F}"/>
              </a:ext>
            </a:extLst>
          </p:cNvPr>
          <p:cNvGraphicFramePr>
            <a:graphicFrameLocks noGrp="1"/>
          </p:cNvGraphicFramePr>
          <p:nvPr>
            <p:extLst>
              <p:ext uri="{D42A27DB-BD31-4B8C-83A1-F6EECF244321}">
                <p14:modId xmlns:p14="http://schemas.microsoft.com/office/powerpoint/2010/main" val="2202528102"/>
              </p:ext>
            </p:extLst>
          </p:nvPr>
        </p:nvGraphicFramePr>
        <p:xfrm>
          <a:off x="5529543" y="4081160"/>
          <a:ext cx="5939514" cy="1828800"/>
        </p:xfrm>
        <a:graphic>
          <a:graphicData uri="http://schemas.openxmlformats.org/drawingml/2006/table">
            <a:tbl>
              <a:tblPr firstRow="1" bandRow="1">
                <a:tableStyleId>{5C22544A-7EE6-4342-B048-85BDC9FD1C3A}</a:tableStyleId>
              </a:tblPr>
              <a:tblGrid>
                <a:gridCol w="636913">
                  <a:extLst>
                    <a:ext uri="{9D8B030D-6E8A-4147-A177-3AD203B41FA5}">
                      <a16:colId xmlns:a16="http://schemas.microsoft.com/office/drawing/2014/main" val="4210915347"/>
                    </a:ext>
                  </a:extLst>
                </a:gridCol>
                <a:gridCol w="661677">
                  <a:extLst>
                    <a:ext uri="{9D8B030D-6E8A-4147-A177-3AD203B41FA5}">
                      <a16:colId xmlns:a16="http://schemas.microsoft.com/office/drawing/2014/main" val="469551058"/>
                    </a:ext>
                  </a:extLst>
                </a:gridCol>
                <a:gridCol w="1640406">
                  <a:extLst>
                    <a:ext uri="{9D8B030D-6E8A-4147-A177-3AD203B41FA5}">
                      <a16:colId xmlns:a16="http://schemas.microsoft.com/office/drawing/2014/main" val="1460576912"/>
                    </a:ext>
                  </a:extLst>
                </a:gridCol>
                <a:gridCol w="1911509">
                  <a:extLst>
                    <a:ext uri="{9D8B030D-6E8A-4147-A177-3AD203B41FA5}">
                      <a16:colId xmlns:a16="http://schemas.microsoft.com/office/drawing/2014/main" val="171772543"/>
                    </a:ext>
                  </a:extLst>
                </a:gridCol>
                <a:gridCol w="1089009">
                  <a:extLst>
                    <a:ext uri="{9D8B030D-6E8A-4147-A177-3AD203B41FA5}">
                      <a16:colId xmlns:a16="http://schemas.microsoft.com/office/drawing/2014/main" val="2104599858"/>
                    </a:ext>
                  </a:extLst>
                </a:gridCol>
              </a:tblGrid>
              <a:tr h="0">
                <a:tc>
                  <a:txBody>
                    <a:bodyPr/>
                    <a:lstStyle/>
                    <a:p>
                      <a:r>
                        <a:rPr lang="en-SG" dirty="0"/>
                        <a:t>ID</a:t>
                      </a:r>
                    </a:p>
                  </a:txBody>
                  <a:tcPr/>
                </a:tc>
                <a:tc>
                  <a:txBody>
                    <a:bodyPr/>
                    <a:lstStyle/>
                    <a:p>
                      <a:r>
                        <a:rPr lang="en-SG" dirty="0"/>
                        <a:t>Age</a:t>
                      </a:r>
                    </a:p>
                  </a:txBody>
                  <a:tcPr/>
                </a:tc>
                <a:tc>
                  <a:txBody>
                    <a:bodyPr/>
                    <a:lstStyle/>
                    <a:p>
                      <a:r>
                        <a:rPr lang="en-SG" dirty="0"/>
                        <a:t>Gender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dirty="0"/>
                        <a:t>Country Code</a:t>
                      </a:r>
                    </a:p>
                  </a:txBody>
                  <a:tcPr/>
                </a:tc>
                <a:tc>
                  <a:txBody>
                    <a:bodyPr/>
                    <a:lstStyle/>
                    <a:p>
                      <a:r>
                        <a:rPr lang="en-SG" dirty="0"/>
                        <a:t>Race*</a:t>
                      </a:r>
                    </a:p>
                  </a:txBody>
                  <a:tcPr/>
                </a:tc>
                <a:extLst>
                  <a:ext uri="{0D108BD9-81ED-4DB2-BD59-A6C34878D82A}">
                    <a16:rowId xmlns:a16="http://schemas.microsoft.com/office/drawing/2014/main" val="3584907699"/>
                  </a:ext>
                </a:extLst>
              </a:tr>
              <a:tr h="314425">
                <a:tc>
                  <a:txBody>
                    <a:bodyPr/>
                    <a:lstStyle/>
                    <a:p>
                      <a:endParaRPr lang="en-SG"/>
                    </a:p>
                  </a:txBody>
                  <a:tcPr/>
                </a:tc>
                <a:tc>
                  <a:txBody>
                    <a:bodyPr/>
                    <a:lstStyle/>
                    <a:p>
                      <a:endParaRPr lang="en-SG" dirty="0"/>
                    </a:p>
                  </a:txBody>
                  <a:tcPr/>
                </a:tc>
                <a:tc>
                  <a:txBody>
                    <a:bodyPr/>
                    <a:lstStyle/>
                    <a:p>
                      <a:endParaRPr lang="en-SG" dirty="0"/>
                    </a:p>
                  </a:txBody>
                  <a:tcPr/>
                </a:tc>
                <a:tc>
                  <a:txBody>
                    <a:bodyPr/>
                    <a:lstStyle/>
                    <a:p>
                      <a:endParaRPr lang="en-SG" dirty="0"/>
                    </a:p>
                  </a:txBody>
                  <a:tcPr/>
                </a:tc>
                <a:tc>
                  <a:txBody>
                    <a:bodyPr/>
                    <a:lstStyle/>
                    <a:p>
                      <a:endParaRPr lang="en-SG" dirty="0"/>
                    </a:p>
                  </a:txBody>
                  <a:tcPr/>
                </a:tc>
                <a:extLst>
                  <a:ext uri="{0D108BD9-81ED-4DB2-BD59-A6C34878D82A}">
                    <a16:rowId xmlns:a16="http://schemas.microsoft.com/office/drawing/2014/main" val="727328968"/>
                  </a:ext>
                </a:extLst>
              </a:tr>
              <a:tr h="314425">
                <a:tc>
                  <a:txBody>
                    <a:bodyPr/>
                    <a:lstStyle/>
                    <a:p>
                      <a:endParaRPr lang="en-SG"/>
                    </a:p>
                  </a:txBody>
                  <a:tcPr/>
                </a:tc>
                <a:tc>
                  <a:txBody>
                    <a:bodyPr/>
                    <a:lstStyle/>
                    <a:p>
                      <a:endParaRPr lang="en-SG"/>
                    </a:p>
                  </a:txBody>
                  <a:tcPr/>
                </a:tc>
                <a:tc>
                  <a:txBody>
                    <a:bodyPr/>
                    <a:lstStyle/>
                    <a:p>
                      <a:endParaRPr lang="en-SG" dirty="0"/>
                    </a:p>
                  </a:txBody>
                  <a:tcPr/>
                </a:tc>
                <a:tc>
                  <a:txBody>
                    <a:bodyPr/>
                    <a:lstStyle/>
                    <a:p>
                      <a:endParaRPr lang="en-SG" dirty="0"/>
                    </a:p>
                  </a:txBody>
                  <a:tcPr/>
                </a:tc>
                <a:tc>
                  <a:txBody>
                    <a:bodyPr/>
                    <a:lstStyle/>
                    <a:p>
                      <a:endParaRPr lang="en-SG" dirty="0"/>
                    </a:p>
                  </a:txBody>
                  <a:tcPr/>
                </a:tc>
                <a:extLst>
                  <a:ext uri="{0D108BD9-81ED-4DB2-BD59-A6C34878D82A}">
                    <a16:rowId xmlns:a16="http://schemas.microsoft.com/office/drawing/2014/main" val="2416787768"/>
                  </a:ext>
                </a:extLst>
              </a:tr>
              <a:tr h="314425">
                <a:tc>
                  <a:txBody>
                    <a:bodyPr/>
                    <a:lstStyle/>
                    <a:p>
                      <a:endParaRPr lang="en-SG"/>
                    </a:p>
                  </a:txBody>
                  <a:tcPr/>
                </a:tc>
                <a:tc>
                  <a:txBody>
                    <a:bodyPr/>
                    <a:lstStyle/>
                    <a:p>
                      <a:endParaRPr lang="en-SG"/>
                    </a:p>
                  </a:txBody>
                  <a:tcPr/>
                </a:tc>
                <a:tc>
                  <a:txBody>
                    <a:bodyPr/>
                    <a:lstStyle/>
                    <a:p>
                      <a:endParaRPr lang="en-SG" dirty="0"/>
                    </a:p>
                  </a:txBody>
                  <a:tcPr/>
                </a:tc>
                <a:tc>
                  <a:txBody>
                    <a:bodyPr/>
                    <a:lstStyle/>
                    <a:p>
                      <a:endParaRPr lang="en-SG" dirty="0"/>
                    </a:p>
                  </a:txBody>
                  <a:tcPr/>
                </a:tc>
                <a:tc>
                  <a:txBody>
                    <a:bodyPr/>
                    <a:lstStyle/>
                    <a:p>
                      <a:endParaRPr lang="en-SG" dirty="0"/>
                    </a:p>
                  </a:txBody>
                  <a:tcPr/>
                </a:tc>
                <a:extLst>
                  <a:ext uri="{0D108BD9-81ED-4DB2-BD59-A6C34878D82A}">
                    <a16:rowId xmlns:a16="http://schemas.microsoft.com/office/drawing/2014/main" val="1206568651"/>
                  </a:ext>
                </a:extLst>
              </a:tr>
              <a:tr h="314425">
                <a:tc>
                  <a:txBody>
                    <a:bodyPr/>
                    <a:lstStyle/>
                    <a:p>
                      <a:endParaRPr lang="en-SG"/>
                    </a:p>
                  </a:txBody>
                  <a:tcPr/>
                </a:tc>
                <a:tc>
                  <a:txBody>
                    <a:bodyPr/>
                    <a:lstStyle/>
                    <a:p>
                      <a:endParaRPr lang="en-SG"/>
                    </a:p>
                  </a:txBody>
                  <a:tcPr/>
                </a:tc>
                <a:tc>
                  <a:txBody>
                    <a:bodyPr/>
                    <a:lstStyle/>
                    <a:p>
                      <a:endParaRPr lang="en-SG" dirty="0"/>
                    </a:p>
                  </a:txBody>
                  <a:tcPr/>
                </a:tc>
                <a:tc>
                  <a:txBody>
                    <a:bodyPr/>
                    <a:lstStyle/>
                    <a:p>
                      <a:endParaRPr lang="en-SG" dirty="0"/>
                    </a:p>
                  </a:txBody>
                  <a:tcPr/>
                </a:tc>
                <a:tc>
                  <a:txBody>
                    <a:bodyPr/>
                    <a:lstStyle/>
                    <a:p>
                      <a:endParaRPr lang="en-SG" dirty="0"/>
                    </a:p>
                  </a:txBody>
                  <a:tcPr/>
                </a:tc>
                <a:extLst>
                  <a:ext uri="{0D108BD9-81ED-4DB2-BD59-A6C34878D82A}">
                    <a16:rowId xmlns:a16="http://schemas.microsoft.com/office/drawing/2014/main" val="2314743117"/>
                  </a:ext>
                </a:extLst>
              </a:tr>
            </a:tbl>
          </a:graphicData>
        </a:graphic>
      </p:graphicFrame>
      <p:sp>
        <p:nvSpPr>
          <p:cNvPr id="7" name="TextBox 6">
            <a:extLst>
              <a:ext uri="{FF2B5EF4-FFF2-40B4-BE49-F238E27FC236}">
                <a16:creationId xmlns:a16="http://schemas.microsoft.com/office/drawing/2014/main" id="{3EB61AE5-AE23-4CFC-9614-629CF1E2B5CA}"/>
              </a:ext>
            </a:extLst>
          </p:cNvPr>
          <p:cNvSpPr txBox="1"/>
          <p:nvPr/>
        </p:nvSpPr>
        <p:spPr>
          <a:xfrm>
            <a:off x="1070629" y="6235381"/>
            <a:ext cx="7167731" cy="369332"/>
          </a:xfrm>
          <a:prstGeom prst="rect">
            <a:avLst/>
          </a:prstGeom>
          <a:noFill/>
        </p:spPr>
        <p:txBody>
          <a:bodyPr wrap="none" rtlCol="0">
            <a:spAutoFit/>
          </a:bodyPr>
          <a:lstStyle/>
          <a:p>
            <a:r>
              <a:rPr lang="en-SG" dirty="0"/>
              <a:t>*Race will not be collected, leaving it here due to code pending change</a:t>
            </a:r>
          </a:p>
        </p:txBody>
      </p:sp>
    </p:spTree>
    <p:extLst>
      <p:ext uri="{BB962C8B-B14F-4D97-AF65-F5344CB8AC3E}">
        <p14:creationId xmlns:p14="http://schemas.microsoft.com/office/powerpoint/2010/main" val="36835495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9E17191A-66FB-A060-6FFD-EE722DD1E27C}"/>
              </a:ext>
            </a:extLst>
          </p:cNvPr>
          <p:cNvPicPr>
            <a:picLocks noChangeAspect="1"/>
          </p:cNvPicPr>
          <p:nvPr/>
        </p:nvPicPr>
        <p:blipFill>
          <a:blip r:embed="rId2"/>
          <a:stretch>
            <a:fillRect/>
          </a:stretch>
        </p:blipFill>
        <p:spPr>
          <a:xfrm>
            <a:off x="1441172" y="211034"/>
            <a:ext cx="2077280" cy="3039108"/>
          </a:xfrm>
          <a:prstGeom prst="rect">
            <a:avLst/>
          </a:prstGeom>
        </p:spPr>
      </p:pic>
      <p:pic>
        <p:nvPicPr>
          <p:cNvPr id="13" name="Picture 12">
            <a:extLst>
              <a:ext uri="{FF2B5EF4-FFF2-40B4-BE49-F238E27FC236}">
                <a16:creationId xmlns:a16="http://schemas.microsoft.com/office/drawing/2014/main" id="{3FCCD098-78DC-EEE0-49CD-CFE9E7367B7F}"/>
              </a:ext>
            </a:extLst>
          </p:cNvPr>
          <p:cNvPicPr>
            <a:picLocks noChangeAspect="1"/>
          </p:cNvPicPr>
          <p:nvPr/>
        </p:nvPicPr>
        <p:blipFill>
          <a:blip r:embed="rId3"/>
          <a:stretch>
            <a:fillRect/>
          </a:stretch>
        </p:blipFill>
        <p:spPr>
          <a:xfrm>
            <a:off x="6615524" y="0"/>
            <a:ext cx="3372142" cy="3429297"/>
          </a:xfrm>
          <a:prstGeom prst="rect">
            <a:avLst/>
          </a:prstGeom>
        </p:spPr>
      </p:pic>
      <p:pic>
        <p:nvPicPr>
          <p:cNvPr id="15" name="Picture 14">
            <a:extLst>
              <a:ext uri="{FF2B5EF4-FFF2-40B4-BE49-F238E27FC236}">
                <a16:creationId xmlns:a16="http://schemas.microsoft.com/office/drawing/2014/main" id="{192E70C4-0B73-05DC-9094-5AA15D4573D8}"/>
              </a:ext>
            </a:extLst>
          </p:cNvPr>
          <p:cNvPicPr>
            <a:picLocks noChangeAspect="1"/>
          </p:cNvPicPr>
          <p:nvPr/>
        </p:nvPicPr>
        <p:blipFill>
          <a:blip r:embed="rId4"/>
          <a:stretch>
            <a:fillRect/>
          </a:stretch>
        </p:blipFill>
        <p:spPr>
          <a:xfrm>
            <a:off x="1761287" y="3519697"/>
            <a:ext cx="7864762" cy="3090820"/>
          </a:xfrm>
          <a:prstGeom prst="rect">
            <a:avLst/>
          </a:prstGeom>
        </p:spPr>
      </p:pic>
      <p:sp>
        <p:nvSpPr>
          <p:cNvPr id="16" name="Arrow: Right 15">
            <a:extLst>
              <a:ext uri="{FF2B5EF4-FFF2-40B4-BE49-F238E27FC236}">
                <a16:creationId xmlns:a16="http://schemas.microsoft.com/office/drawing/2014/main" id="{BF79E81D-332E-B325-9157-18BA001ACC1E}"/>
              </a:ext>
            </a:extLst>
          </p:cNvPr>
          <p:cNvSpPr/>
          <p:nvPr/>
        </p:nvSpPr>
        <p:spPr>
          <a:xfrm rot="4043962">
            <a:off x="2526568" y="3385584"/>
            <a:ext cx="1012388" cy="2682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 name="Arrow: Right 17">
            <a:extLst>
              <a:ext uri="{FF2B5EF4-FFF2-40B4-BE49-F238E27FC236}">
                <a16:creationId xmlns:a16="http://schemas.microsoft.com/office/drawing/2014/main" id="{C876FF2D-CC15-5519-7302-74422D5A0686}"/>
              </a:ext>
            </a:extLst>
          </p:cNvPr>
          <p:cNvSpPr/>
          <p:nvPr/>
        </p:nvSpPr>
        <p:spPr>
          <a:xfrm rot="6849480">
            <a:off x="7585637" y="3444944"/>
            <a:ext cx="1012388" cy="2682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9" name="Arrow: Left-Right 18">
            <a:extLst>
              <a:ext uri="{FF2B5EF4-FFF2-40B4-BE49-F238E27FC236}">
                <a16:creationId xmlns:a16="http://schemas.microsoft.com/office/drawing/2014/main" id="{933FC914-FCB5-8BA7-EDB1-5D941108E9C5}"/>
              </a:ext>
            </a:extLst>
          </p:cNvPr>
          <p:cNvSpPr/>
          <p:nvPr/>
        </p:nvSpPr>
        <p:spPr>
          <a:xfrm>
            <a:off x="3556219" y="1388262"/>
            <a:ext cx="2996215" cy="684651"/>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10314807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D87B4-C373-AB39-1784-EE62A2E5BCD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97DF4B1-AF50-0A13-CCD8-B45DD814DB81}"/>
              </a:ext>
            </a:extLst>
          </p:cNvPr>
          <p:cNvPicPr>
            <a:picLocks noChangeAspect="1"/>
          </p:cNvPicPr>
          <p:nvPr/>
        </p:nvPicPr>
        <p:blipFill>
          <a:blip r:embed="rId2"/>
          <a:stretch>
            <a:fillRect/>
          </a:stretch>
        </p:blipFill>
        <p:spPr>
          <a:xfrm>
            <a:off x="6552434" y="-97306"/>
            <a:ext cx="2674852" cy="3486452"/>
          </a:xfrm>
          <a:prstGeom prst="rect">
            <a:avLst/>
          </a:prstGeom>
        </p:spPr>
      </p:pic>
      <p:pic>
        <p:nvPicPr>
          <p:cNvPr id="5" name="Picture 4">
            <a:extLst>
              <a:ext uri="{FF2B5EF4-FFF2-40B4-BE49-F238E27FC236}">
                <a16:creationId xmlns:a16="http://schemas.microsoft.com/office/drawing/2014/main" id="{783044C1-1A21-9BA1-1D86-98BE7B2EC308}"/>
              </a:ext>
            </a:extLst>
          </p:cNvPr>
          <p:cNvPicPr>
            <a:picLocks noChangeAspect="1"/>
          </p:cNvPicPr>
          <p:nvPr/>
        </p:nvPicPr>
        <p:blipFill>
          <a:blip r:embed="rId3"/>
          <a:stretch>
            <a:fillRect/>
          </a:stretch>
        </p:blipFill>
        <p:spPr>
          <a:xfrm>
            <a:off x="430877" y="130707"/>
            <a:ext cx="3657917" cy="3448349"/>
          </a:xfrm>
          <a:prstGeom prst="rect">
            <a:avLst/>
          </a:prstGeom>
        </p:spPr>
      </p:pic>
      <p:sp>
        <p:nvSpPr>
          <p:cNvPr id="16" name="Arrow: Right 15">
            <a:extLst>
              <a:ext uri="{FF2B5EF4-FFF2-40B4-BE49-F238E27FC236}">
                <a16:creationId xmlns:a16="http://schemas.microsoft.com/office/drawing/2014/main" id="{D6B16C0C-CC0B-B939-50CF-67BBEED57D8F}"/>
              </a:ext>
            </a:extLst>
          </p:cNvPr>
          <p:cNvSpPr/>
          <p:nvPr/>
        </p:nvSpPr>
        <p:spPr>
          <a:xfrm rot="4043962">
            <a:off x="2526568" y="3385584"/>
            <a:ext cx="1012388" cy="2682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8" name="Arrow: Right 17">
            <a:extLst>
              <a:ext uri="{FF2B5EF4-FFF2-40B4-BE49-F238E27FC236}">
                <a16:creationId xmlns:a16="http://schemas.microsoft.com/office/drawing/2014/main" id="{75C54830-BE95-E2C3-77D0-B548FEFB82EC}"/>
              </a:ext>
            </a:extLst>
          </p:cNvPr>
          <p:cNvSpPr/>
          <p:nvPr/>
        </p:nvSpPr>
        <p:spPr>
          <a:xfrm rot="6849480">
            <a:off x="7585637" y="3444944"/>
            <a:ext cx="1012388" cy="2682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9" name="Arrow: Left-Right 18">
            <a:extLst>
              <a:ext uri="{FF2B5EF4-FFF2-40B4-BE49-F238E27FC236}">
                <a16:creationId xmlns:a16="http://schemas.microsoft.com/office/drawing/2014/main" id="{0A4B7C93-96C9-62DD-D101-8FE84AB973CE}"/>
              </a:ext>
            </a:extLst>
          </p:cNvPr>
          <p:cNvSpPr/>
          <p:nvPr/>
        </p:nvSpPr>
        <p:spPr>
          <a:xfrm>
            <a:off x="3556219" y="1388262"/>
            <a:ext cx="2996215" cy="684651"/>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6" name="Picture 5">
            <a:extLst>
              <a:ext uri="{FF2B5EF4-FFF2-40B4-BE49-F238E27FC236}">
                <a16:creationId xmlns:a16="http://schemas.microsoft.com/office/drawing/2014/main" id="{18A55CF3-66EF-3A6E-692F-5F22483C778C}"/>
              </a:ext>
            </a:extLst>
          </p:cNvPr>
          <p:cNvPicPr>
            <a:picLocks noChangeAspect="1"/>
          </p:cNvPicPr>
          <p:nvPr/>
        </p:nvPicPr>
        <p:blipFill>
          <a:blip r:embed="rId4"/>
          <a:stretch>
            <a:fillRect/>
          </a:stretch>
        </p:blipFill>
        <p:spPr>
          <a:xfrm>
            <a:off x="1236755" y="4038558"/>
            <a:ext cx="8094281" cy="2659968"/>
          </a:xfrm>
          <a:prstGeom prst="rect">
            <a:avLst/>
          </a:prstGeom>
        </p:spPr>
      </p:pic>
    </p:spTree>
    <p:extLst>
      <p:ext uri="{BB962C8B-B14F-4D97-AF65-F5344CB8AC3E}">
        <p14:creationId xmlns:p14="http://schemas.microsoft.com/office/powerpoint/2010/main" val="176543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3B521-D27D-AB09-9340-93B6C808BD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BFCDBD-5551-7AB3-8AAF-8AAA8208C791}"/>
              </a:ext>
            </a:extLst>
          </p:cNvPr>
          <p:cNvSpPr>
            <a:spLocks noGrp="1"/>
          </p:cNvSpPr>
          <p:nvPr>
            <p:ph type="title"/>
          </p:nvPr>
        </p:nvSpPr>
        <p:spPr/>
        <p:txBody>
          <a:bodyPr/>
          <a:lstStyle/>
          <a:p>
            <a:r>
              <a:rPr lang="en-SG" dirty="0"/>
              <a:t>4. Merging the data using matching score and demographic reference table cont.</a:t>
            </a:r>
          </a:p>
        </p:txBody>
      </p:sp>
      <p:graphicFrame>
        <p:nvGraphicFramePr>
          <p:cNvPr id="8" name="Content Placeholder 7">
            <a:extLst>
              <a:ext uri="{FF2B5EF4-FFF2-40B4-BE49-F238E27FC236}">
                <a16:creationId xmlns:a16="http://schemas.microsoft.com/office/drawing/2014/main" id="{DD8953CE-80E2-2BE8-286C-D64B861E079C}"/>
              </a:ext>
            </a:extLst>
          </p:cNvPr>
          <p:cNvGraphicFramePr>
            <a:graphicFrameLocks noGrp="1"/>
          </p:cNvGraphicFramePr>
          <p:nvPr>
            <p:ph idx="1"/>
            <p:extLst>
              <p:ext uri="{D42A27DB-BD31-4B8C-83A1-F6EECF244321}">
                <p14:modId xmlns:p14="http://schemas.microsoft.com/office/powerpoint/2010/main" val="266304815"/>
              </p:ext>
            </p:extLst>
          </p:nvPr>
        </p:nvGraphicFramePr>
        <p:xfrm>
          <a:off x="181118" y="1851290"/>
          <a:ext cx="11853121" cy="1854200"/>
        </p:xfrm>
        <a:graphic>
          <a:graphicData uri="http://schemas.openxmlformats.org/drawingml/2006/table">
            <a:tbl>
              <a:tblPr firstRow="1" bandRow="1">
                <a:tableStyleId>{5C22544A-7EE6-4342-B048-85BDC9FD1C3A}</a:tableStyleId>
              </a:tblPr>
              <a:tblGrid>
                <a:gridCol w="866536">
                  <a:extLst>
                    <a:ext uri="{9D8B030D-6E8A-4147-A177-3AD203B41FA5}">
                      <a16:colId xmlns:a16="http://schemas.microsoft.com/office/drawing/2014/main" val="164333066"/>
                    </a:ext>
                  </a:extLst>
                </a:gridCol>
                <a:gridCol w="799525">
                  <a:extLst>
                    <a:ext uri="{9D8B030D-6E8A-4147-A177-3AD203B41FA5}">
                      <a16:colId xmlns:a16="http://schemas.microsoft.com/office/drawing/2014/main" val="3431267296"/>
                    </a:ext>
                  </a:extLst>
                </a:gridCol>
                <a:gridCol w="1201828">
                  <a:extLst>
                    <a:ext uri="{9D8B030D-6E8A-4147-A177-3AD203B41FA5}">
                      <a16:colId xmlns:a16="http://schemas.microsoft.com/office/drawing/2014/main" val="849722697"/>
                    </a:ext>
                  </a:extLst>
                </a:gridCol>
                <a:gridCol w="847532">
                  <a:extLst>
                    <a:ext uri="{9D8B030D-6E8A-4147-A177-3AD203B41FA5}">
                      <a16:colId xmlns:a16="http://schemas.microsoft.com/office/drawing/2014/main" val="2994616270"/>
                    </a:ext>
                  </a:extLst>
                </a:gridCol>
                <a:gridCol w="1064394">
                  <a:extLst>
                    <a:ext uri="{9D8B030D-6E8A-4147-A177-3AD203B41FA5}">
                      <a16:colId xmlns:a16="http://schemas.microsoft.com/office/drawing/2014/main" val="2841536276"/>
                    </a:ext>
                  </a:extLst>
                </a:gridCol>
                <a:gridCol w="955963">
                  <a:extLst>
                    <a:ext uri="{9D8B030D-6E8A-4147-A177-3AD203B41FA5}">
                      <a16:colId xmlns:a16="http://schemas.microsoft.com/office/drawing/2014/main" val="2380213979"/>
                    </a:ext>
                  </a:extLst>
                </a:gridCol>
                <a:gridCol w="764197">
                  <a:extLst>
                    <a:ext uri="{9D8B030D-6E8A-4147-A177-3AD203B41FA5}">
                      <a16:colId xmlns:a16="http://schemas.microsoft.com/office/drawing/2014/main" val="1030091683"/>
                    </a:ext>
                  </a:extLst>
                </a:gridCol>
                <a:gridCol w="1147729">
                  <a:extLst>
                    <a:ext uri="{9D8B030D-6E8A-4147-A177-3AD203B41FA5}">
                      <a16:colId xmlns:a16="http://schemas.microsoft.com/office/drawing/2014/main" val="287076960"/>
                    </a:ext>
                  </a:extLst>
                </a:gridCol>
                <a:gridCol w="828111">
                  <a:extLst>
                    <a:ext uri="{9D8B030D-6E8A-4147-A177-3AD203B41FA5}">
                      <a16:colId xmlns:a16="http://schemas.microsoft.com/office/drawing/2014/main" val="1849447917"/>
                    </a:ext>
                  </a:extLst>
                </a:gridCol>
                <a:gridCol w="1083815">
                  <a:extLst>
                    <a:ext uri="{9D8B030D-6E8A-4147-A177-3AD203B41FA5}">
                      <a16:colId xmlns:a16="http://schemas.microsoft.com/office/drawing/2014/main" val="1943229743"/>
                    </a:ext>
                  </a:extLst>
                </a:gridCol>
                <a:gridCol w="2293491">
                  <a:extLst>
                    <a:ext uri="{9D8B030D-6E8A-4147-A177-3AD203B41FA5}">
                      <a16:colId xmlns:a16="http://schemas.microsoft.com/office/drawing/2014/main" val="3543883066"/>
                    </a:ext>
                  </a:extLst>
                </a:gridCol>
              </a:tblGrid>
              <a:tr h="370840">
                <a:tc>
                  <a:txBody>
                    <a:bodyPr/>
                    <a:lstStyle/>
                    <a:p>
                      <a:r>
                        <a:rPr lang="en-SG" dirty="0"/>
                        <a:t>ID1</a:t>
                      </a:r>
                    </a:p>
                  </a:txBody>
                  <a:tcPr/>
                </a:tc>
                <a:tc>
                  <a:txBody>
                    <a:bodyPr/>
                    <a:lstStyle/>
                    <a:p>
                      <a:r>
                        <a:rPr lang="en-SG" dirty="0"/>
                        <a:t>Age 1</a:t>
                      </a:r>
                    </a:p>
                  </a:txBody>
                  <a:tcPr/>
                </a:tc>
                <a:tc>
                  <a:txBody>
                    <a:bodyPr/>
                    <a:lstStyle/>
                    <a:p>
                      <a:r>
                        <a:rPr lang="en-SG" dirty="0"/>
                        <a:t>Gender 1</a:t>
                      </a:r>
                    </a:p>
                  </a:txBody>
                  <a:tcPr/>
                </a:tc>
                <a:tc>
                  <a:txBody>
                    <a:bodyPr/>
                    <a:lstStyle/>
                    <a:p>
                      <a:r>
                        <a:rPr lang="en-SG" dirty="0"/>
                        <a:t>CC 1</a:t>
                      </a:r>
                    </a:p>
                  </a:txBody>
                  <a:tcPr/>
                </a:tc>
                <a:tc>
                  <a:txBody>
                    <a:bodyPr/>
                    <a:lstStyle/>
                    <a:p>
                      <a:r>
                        <a:rPr lang="en-SG" dirty="0"/>
                        <a:t>Race 1*</a:t>
                      </a:r>
                    </a:p>
                  </a:txBody>
                  <a:tcPr/>
                </a:tc>
                <a:tc>
                  <a:txBody>
                    <a:bodyPr/>
                    <a:lstStyle/>
                    <a:p>
                      <a:r>
                        <a:rPr lang="en-SG" dirty="0"/>
                        <a:t>ID2</a:t>
                      </a:r>
                    </a:p>
                  </a:txBody>
                  <a:tcPr/>
                </a:tc>
                <a:tc>
                  <a:txBody>
                    <a:bodyPr/>
                    <a:lstStyle/>
                    <a:p>
                      <a:r>
                        <a:rPr lang="en-SG" dirty="0"/>
                        <a:t>Age 2</a:t>
                      </a:r>
                    </a:p>
                  </a:txBody>
                  <a:tcPr/>
                </a:tc>
                <a:tc>
                  <a:txBody>
                    <a:bodyPr/>
                    <a:lstStyle/>
                    <a:p>
                      <a:r>
                        <a:rPr lang="en-SG" dirty="0"/>
                        <a:t>Gender 2</a:t>
                      </a:r>
                    </a:p>
                  </a:txBody>
                  <a:tcPr/>
                </a:tc>
                <a:tc>
                  <a:txBody>
                    <a:bodyPr/>
                    <a:lstStyle/>
                    <a:p>
                      <a:r>
                        <a:rPr lang="en-SG" dirty="0"/>
                        <a:t>CC 2</a:t>
                      </a:r>
                    </a:p>
                  </a:txBody>
                  <a:tcPr/>
                </a:tc>
                <a:tc>
                  <a:txBody>
                    <a:bodyPr/>
                    <a:lstStyle/>
                    <a:p>
                      <a:r>
                        <a:rPr lang="en-SG" dirty="0"/>
                        <a:t>Race 2*</a:t>
                      </a:r>
                    </a:p>
                  </a:txBody>
                  <a:tcPr/>
                </a:tc>
                <a:tc>
                  <a:txBody>
                    <a:bodyPr/>
                    <a:lstStyle/>
                    <a:p>
                      <a:r>
                        <a:rPr lang="en-SG" dirty="0"/>
                        <a:t>Matching Score</a:t>
                      </a:r>
                    </a:p>
                  </a:txBody>
                  <a:tcPr/>
                </a:tc>
                <a:extLst>
                  <a:ext uri="{0D108BD9-81ED-4DB2-BD59-A6C34878D82A}">
                    <a16:rowId xmlns:a16="http://schemas.microsoft.com/office/drawing/2014/main" val="2450310988"/>
                  </a:ext>
                </a:extLst>
              </a:tr>
              <a:tr h="370840">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dirty="0"/>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dirty="0"/>
                    </a:p>
                  </a:txBody>
                  <a:tcPr/>
                </a:tc>
                <a:extLst>
                  <a:ext uri="{0D108BD9-81ED-4DB2-BD59-A6C34878D82A}">
                    <a16:rowId xmlns:a16="http://schemas.microsoft.com/office/drawing/2014/main" val="3089127628"/>
                  </a:ext>
                </a:extLst>
              </a:tr>
              <a:tr h="370840">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dirty="0"/>
                    </a:p>
                  </a:txBody>
                  <a:tcPr/>
                </a:tc>
                <a:extLst>
                  <a:ext uri="{0D108BD9-81ED-4DB2-BD59-A6C34878D82A}">
                    <a16:rowId xmlns:a16="http://schemas.microsoft.com/office/drawing/2014/main" val="2790346833"/>
                  </a:ext>
                </a:extLst>
              </a:tr>
              <a:tr h="370840">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dirty="0"/>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dirty="0"/>
                    </a:p>
                  </a:txBody>
                  <a:tcPr/>
                </a:tc>
                <a:extLst>
                  <a:ext uri="{0D108BD9-81ED-4DB2-BD59-A6C34878D82A}">
                    <a16:rowId xmlns:a16="http://schemas.microsoft.com/office/drawing/2014/main" val="653088568"/>
                  </a:ext>
                </a:extLst>
              </a:tr>
              <a:tr h="370840">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dirty="0"/>
                    </a:p>
                  </a:txBody>
                  <a:tcPr/>
                </a:tc>
                <a:extLst>
                  <a:ext uri="{0D108BD9-81ED-4DB2-BD59-A6C34878D82A}">
                    <a16:rowId xmlns:a16="http://schemas.microsoft.com/office/drawing/2014/main" val="2296299096"/>
                  </a:ext>
                </a:extLst>
              </a:tr>
            </a:tbl>
          </a:graphicData>
        </a:graphic>
      </p:graphicFrame>
      <p:sp>
        <p:nvSpPr>
          <p:cNvPr id="9" name="TextBox 8">
            <a:extLst>
              <a:ext uri="{FF2B5EF4-FFF2-40B4-BE49-F238E27FC236}">
                <a16:creationId xmlns:a16="http://schemas.microsoft.com/office/drawing/2014/main" id="{27A2209C-FBDA-C3C5-9A74-76796CD49443}"/>
              </a:ext>
            </a:extLst>
          </p:cNvPr>
          <p:cNvSpPr txBox="1"/>
          <p:nvPr/>
        </p:nvSpPr>
        <p:spPr>
          <a:xfrm>
            <a:off x="1070629" y="6235381"/>
            <a:ext cx="8316187" cy="369332"/>
          </a:xfrm>
          <a:prstGeom prst="rect">
            <a:avLst/>
          </a:prstGeom>
          <a:noFill/>
        </p:spPr>
        <p:txBody>
          <a:bodyPr wrap="none" rtlCol="0">
            <a:spAutoFit/>
          </a:bodyPr>
          <a:lstStyle/>
          <a:p>
            <a:r>
              <a:rPr lang="en-SG" dirty="0"/>
              <a:t>*Race will not be collected, leaving it here due to code pending change and testing</a:t>
            </a:r>
          </a:p>
        </p:txBody>
      </p:sp>
    </p:spTree>
    <p:extLst>
      <p:ext uri="{BB962C8B-B14F-4D97-AF65-F5344CB8AC3E}">
        <p14:creationId xmlns:p14="http://schemas.microsoft.com/office/powerpoint/2010/main" val="37321831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D66B4-F051-F4A5-A028-6CCEB03AF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F1A2A7-E743-C6DB-8D19-66622F538FC9}"/>
              </a:ext>
            </a:extLst>
          </p:cNvPr>
          <p:cNvSpPr>
            <a:spLocks noGrp="1"/>
          </p:cNvSpPr>
          <p:nvPr>
            <p:ph type="title"/>
          </p:nvPr>
        </p:nvSpPr>
        <p:spPr/>
        <p:txBody>
          <a:bodyPr/>
          <a:lstStyle/>
          <a:p>
            <a:r>
              <a:rPr lang="en-SG" dirty="0"/>
              <a:t>5. Computing ranking based on the threshold</a:t>
            </a:r>
          </a:p>
        </p:txBody>
      </p:sp>
      <p:sp>
        <p:nvSpPr>
          <p:cNvPr id="4" name="Content Placeholder 3">
            <a:extLst>
              <a:ext uri="{FF2B5EF4-FFF2-40B4-BE49-F238E27FC236}">
                <a16:creationId xmlns:a16="http://schemas.microsoft.com/office/drawing/2014/main" id="{D8B5F1D8-CEA8-9624-21F3-FD306E6D6C10}"/>
              </a:ext>
            </a:extLst>
          </p:cNvPr>
          <p:cNvSpPr>
            <a:spLocks noGrp="1"/>
          </p:cNvSpPr>
          <p:nvPr>
            <p:ph idx="1"/>
          </p:nvPr>
        </p:nvSpPr>
        <p:spPr/>
        <p:txBody>
          <a:bodyPr/>
          <a:lstStyle/>
          <a:p>
            <a:r>
              <a:rPr lang="en-SG" dirty="0"/>
              <a:t>With the threshold, we are able to calculate FPIR and FNIR</a:t>
            </a:r>
          </a:p>
          <a:p>
            <a:pPr lvl="1"/>
            <a:r>
              <a:rPr lang="en-SG" dirty="0"/>
              <a:t>FPIR: False Positive Identification Rate</a:t>
            </a:r>
          </a:p>
          <a:p>
            <a:pPr lvl="1"/>
            <a:r>
              <a:rPr lang="en-SG" dirty="0"/>
              <a:t>FNIR: False Negative Identification Rate</a:t>
            </a:r>
          </a:p>
          <a:p>
            <a:pPr lvl="1"/>
            <a:r>
              <a:rPr lang="en-SG" dirty="0"/>
              <a:t>Zero for both means that the system is the best</a:t>
            </a:r>
          </a:p>
          <a:p>
            <a:r>
              <a:rPr lang="en-SG" dirty="0"/>
              <a:t>Sets a threshold, then computes genuine and imposter matches</a:t>
            </a:r>
          </a:p>
          <a:p>
            <a:r>
              <a:rPr lang="en-SG" dirty="0"/>
              <a:t>Non-mated score above the threshold will count as a false positive (FPIR)</a:t>
            </a:r>
          </a:p>
          <a:p>
            <a:r>
              <a:rPr lang="en-SG" dirty="0"/>
              <a:t>Mated score below the threshold will count as a false negative (FNIR)</a:t>
            </a:r>
          </a:p>
        </p:txBody>
      </p:sp>
    </p:spTree>
    <p:extLst>
      <p:ext uri="{BB962C8B-B14F-4D97-AF65-F5344CB8AC3E}">
        <p14:creationId xmlns:p14="http://schemas.microsoft.com/office/powerpoint/2010/main" val="34317782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1E3D6-1DE1-F6BA-239B-9554DC5AADCB}"/>
              </a:ext>
            </a:extLst>
          </p:cNvPr>
          <p:cNvSpPr>
            <a:spLocks noGrp="1"/>
          </p:cNvSpPr>
          <p:nvPr>
            <p:ph type="title"/>
          </p:nvPr>
        </p:nvSpPr>
        <p:spPr/>
        <p:txBody>
          <a:bodyPr/>
          <a:lstStyle/>
          <a:p>
            <a:r>
              <a:rPr lang="en-SG" dirty="0"/>
              <a:t>Our Progress </a:t>
            </a:r>
            <a:r>
              <a:rPr lang="en-SG"/>
              <a:t>for 1:1 study</a:t>
            </a:r>
            <a:endParaRPr lang="en-SG" dirty="0"/>
          </a:p>
        </p:txBody>
      </p:sp>
      <p:graphicFrame>
        <p:nvGraphicFramePr>
          <p:cNvPr id="4" name="Content Placeholder 3">
            <a:extLst>
              <a:ext uri="{FF2B5EF4-FFF2-40B4-BE49-F238E27FC236}">
                <a16:creationId xmlns:a16="http://schemas.microsoft.com/office/drawing/2014/main" id="{4B7B94DC-64A4-C544-AB5E-2CD9D9619761}"/>
              </a:ext>
            </a:extLst>
          </p:cNvPr>
          <p:cNvGraphicFramePr>
            <a:graphicFrameLocks noGrp="1"/>
          </p:cNvGraphicFramePr>
          <p:nvPr>
            <p:ph idx="1"/>
            <p:extLst>
              <p:ext uri="{D42A27DB-BD31-4B8C-83A1-F6EECF244321}">
                <p14:modId xmlns:p14="http://schemas.microsoft.com/office/powerpoint/2010/main" val="1568928311"/>
              </p:ext>
            </p:extLst>
          </p:nvPr>
        </p:nvGraphicFramePr>
        <p:xfrm>
          <a:off x="838200" y="1825625"/>
          <a:ext cx="10515600" cy="49841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09249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8A123-FAA2-0087-EF9D-07BD32C04F6C}"/>
              </a:ext>
            </a:extLst>
          </p:cNvPr>
          <p:cNvSpPr>
            <a:spLocks noGrp="1"/>
          </p:cNvSpPr>
          <p:nvPr>
            <p:ph type="title"/>
          </p:nvPr>
        </p:nvSpPr>
        <p:spPr/>
        <p:txBody>
          <a:bodyPr/>
          <a:lstStyle/>
          <a:p>
            <a:r>
              <a:rPr lang="en-SG" dirty="0"/>
              <a:t>Timeline</a:t>
            </a:r>
          </a:p>
        </p:txBody>
      </p:sp>
      <p:graphicFrame>
        <p:nvGraphicFramePr>
          <p:cNvPr id="4" name="Content Placeholder 3">
            <a:extLst>
              <a:ext uri="{FF2B5EF4-FFF2-40B4-BE49-F238E27FC236}">
                <a16:creationId xmlns:a16="http://schemas.microsoft.com/office/drawing/2014/main" id="{4FFD85B8-1B9F-5D86-5932-5F5BCEADA07D}"/>
              </a:ext>
            </a:extLst>
          </p:cNvPr>
          <p:cNvGraphicFramePr>
            <a:graphicFrameLocks noGrp="1"/>
          </p:cNvGraphicFramePr>
          <p:nvPr>
            <p:ph idx="1"/>
            <p:extLst>
              <p:ext uri="{D42A27DB-BD31-4B8C-83A1-F6EECF244321}">
                <p14:modId xmlns:p14="http://schemas.microsoft.com/office/powerpoint/2010/main" val="185132114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526915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05D759E-FCE3-1F4E-4EAE-787FD1F609BE}"/>
              </a:ext>
            </a:extLst>
          </p:cNvPr>
          <p:cNvSpPr>
            <a:spLocks noGrp="1"/>
          </p:cNvSpPr>
          <p:nvPr>
            <p:ph type="title"/>
          </p:nvPr>
        </p:nvSpPr>
        <p:spPr/>
        <p:txBody>
          <a:bodyPr/>
          <a:lstStyle/>
          <a:p>
            <a:r>
              <a:rPr lang="en-US" dirty="0"/>
              <a:t>Work in Progress</a:t>
            </a:r>
            <a:endParaRPr lang="en-SG" dirty="0"/>
          </a:p>
        </p:txBody>
      </p:sp>
      <p:sp>
        <p:nvSpPr>
          <p:cNvPr id="5" name="Content Placeholder 4">
            <a:extLst>
              <a:ext uri="{FF2B5EF4-FFF2-40B4-BE49-F238E27FC236}">
                <a16:creationId xmlns:a16="http://schemas.microsoft.com/office/drawing/2014/main" id="{094EA3DB-4BE5-955C-FB1B-C1433AD76BD5}"/>
              </a:ext>
            </a:extLst>
          </p:cNvPr>
          <p:cNvSpPr>
            <a:spLocks noGrp="1"/>
          </p:cNvSpPr>
          <p:nvPr>
            <p:ph idx="1"/>
          </p:nvPr>
        </p:nvSpPr>
        <p:spPr/>
        <p:txBody>
          <a:bodyPr/>
          <a:lstStyle/>
          <a:p>
            <a:r>
              <a:rPr lang="en-US" dirty="0"/>
              <a:t>Filename extraction for demographic information</a:t>
            </a:r>
          </a:p>
          <a:p>
            <a:r>
              <a:rPr lang="en-US" dirty="0"/>
              <a:t>Migration to Panther Desktop</a:t>
            </a:r>
          </a:p>
          <a:p>
            <a:pPr lvl="1"/>
            <a:r>
              <a:rPr lang="en-US" dirty="0"/>
              <a:t>Setup DB/Copy the DB over to Panther</a:t>
            </a:r>
          </a:p>
          <a:p>
            <a:pPr lvl="1"/>
            <a:r>
              <a:rPr lang="en-US" dirty="0"/>
              <a:t>Python Environment on Panther</a:t>
            </a:r>
          </a:p>
          <a:p>
            <a:r>
              <a:rPr lang="en-US" dirty="0"/>
              <a:t>Merging of </a:t>
            </a:r>
            <a:r>
              <a:rPr lang="en-US" dirty="0" err="1"/>
              <a:t>Dataframes</a:t>
            </a:r>
            <a:r>
              <a:rPr lang="en-US" dirty="0"/>
              <a:t> for multiple filenames</a:t>
            </a:r>
          </a:p>
          <a:p>
            <a:r>
              <a:rPr lang="en-US" dirty="0"/>
              <a:t>Implementing RAM Fix codes</a:t>
            </a:r>
          </a:p>
          <a:p>
            <a:r>
              <a:rPr lang="en-US" dirty="0"/>
              <a:t>Merging of all the necessary functionalities into implementation test script</a:t>
            </a:r>
          </a:p>
          <a:p>
            <a:endParaRPr lang="en-US" dirty="0"/>
          </a:p>
          <a:p>
            <a:endParaRPr lang="en-SG" dirty="0"/>
          </a:p>
        </p:txBody>
      </p:sp>
    </p:spTree>
    <p:extLst>
      <p:ext uri="{BB962C8B-B14F-4D97-AF65-F5344CB8AC3E}">
        <p14:creationId xmlns:p14="http://schemas.microsoft.com/office/powerpoint/2010/main" val="17267904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978BC-9962-18D2-AA77-0D5E8D48AD73}"/>
              </a:ext>
            </a:extLst>
          </p:cNvPr>
          <p:cNvSpPr>
            <a:spLocks noGrp="1"/>
          </p:cNvSpPr>
          <p:nvPr>
            <p:ph type="title"/>
          </p:nvPr>
        </p:nvSpPr>
        <p:spPr/>
        <p:txBody>
          <a:bodyPr/>
          <a:lstStyle/>
          <a:p>
            <a:r>
              <a:rPr lang="en-SG" dirty="0"/>
              <a:t>Work in progress</a:t>
            </a:r>
          </a:p>
        </p:txBody>
      </p:sp>
      <p:sp>
        <p:nvSpPr>
          <p:cNvPr id="3" name="Content Placeholder 2">
            <a:extLst>
              <a:ext uri="{FF2B5EF4-FFF2-40B4-BE49-F238E27FC236}">
                <a16:creationId xmlns:a16="http://schemas.microsoft.com/office/drawing/2014/main" id="{29AC4FA8-404C-500A-D8A9-C5779825E077}"/>
              </a:ext>
            </a:extLst>
          </p:cNvPr>
          <p:cNvSpPr>
            <a:spLocks noGrp="1"/>
          </p:cNvSpPr>
          <p:nvPr>
            <p:ph idx="1"/>
          </p:nvPr>
        </p:nvSpPr>
        <p:spPr>
          <a:xfrm>
            <a:off x="838200" y="1825625"/>
            <a:ext cx="10515600" cy="890006"/>
          </a:xfrm>
        </p:spPr>
        <p:txBody>
          <a:bodyPr>
            <a:normAutofit/>
          </a:bodyPr>
          <a:lstStyle/>
          <a:p>
            <a:pPr marL="514350" indent="-514350">
              <a:buFont typeface="+mj-lt"/>
              <a:buAutoNum type="arabicPeriod"/>
            </a:pPr>
            <a:r>
              <a:rPr lang="en-SG" dirty="0"/>
              <a:t>Script for generating a reference table from the images provided (see below)</a:t>
            </a:r>
          </a:p>
        </p:txBody>
      </p:sp>
      <p:graphicFrame>
        <p:nvGraphicFramePr>
          <p:cNvPr id="4" name="Table 3">
            <a:extLst>
              <a:ext uri="{FF2B5EF4-FFF2-40B4-BE49-F238E27FC236}">
                <a16:creationId xmlns:a16="http://schemas.microsoft.com/office/drawing/2014/main" id="{5366A214-BDE5-09BB-F358-F81D9BDB3C47}"/>
              </a:ext>
            </a:extLst>
          </p:cNvPr>
          <p:cNvGraphicFramePr>
            <a:graphicFrameLocks noGrp="1"/>
          </p:cNvGraphicFramePr>
          <p:nvPr>
            <p:extLst>
              <p:ext uri="{D42A27DB-BD31-4B8C-83A1-F6EECF244321}">
                <p14:modId xmlns:p14="http://schemas.microsoft.com/office/powerpoint/2010/main" val="2331077302"/>
              </p:ext>
            </p:extLst>
          </p:nvPr>
        </p:nvGraphicFramePr>
        <p:xfrm>
          <a:off x="1346200" y="2627766"/>
          <a:ext cx="9555940" cy="2768600"/>
        </p:xfrm>
        <a:graphic>
          <a:graphicData uri="http://schemas.openxmlformats.org/drawingml/2006/table">
            <a:tbl>
              <a:tblPr firstRow="1" bandRow="1">
                <a:tableStyleId>{5C22544A-7EE6-4342-B048-85BDC9FD1C3A}</a:tableStyleId>
              </a:tblPr>
              <a:tblGrid>
                <a:gridCol w="1911188">
                  <a:extLst>
                    <a:ext uri="{9D8B030D-6E8A-4147-A177-3AD203B41FA5}">
                      <a16:colId xmlns:a16="http://schemas.microsoft.com/office/drawing/2014/main" val="1225429792"/>
                    </a:ext>
                  </a:extLst>
                </a:gridCol>
                <a:gridCol w="1911188">
                  <a:extLst>
                    <a:ext uri="{9D8B030D-6E8A-4147-A177-3AD203B41FA5}">
                      <a16:colId xmlns:a16="http://schemas.microsoft.com/office/drawing/2014/main" val="3099952828"/>
                    </a:ext>
                  </a:extLst>
                </a:gridCol>
                <a:gridCol w="1911188">
                  <a:extLst>
                    <a:ext uri="{9D8B030D-6E8A-4147-A177-3AD203B41FA5}">
                      <a16:colId xmlns:a16="http://schemas.microsoft.com/office/drawing/2014/main" val="4123091072"/>
                    </a:ext>
                  </a:extLst>
                </a:gridCol>
                <a:gridCol w="1911188">
                  <a:extLst>
                    <a:ext uri="{9D8B030D-6E8A-4147-A177-3AD203B41FA5}">
                      <a16:colId xmlns:a16="http://schemas.microsoft.com/office/drawing/2014/main" val="1490420821"/>
                    </a:ext>
                  </a:extLst>
                </a:gridCol>
                <a:gridCol w="1911188">
                  <a:extLst>
                    <a:ext uri="{9D8B030D-6E8A-4147-A177-3AD203B41FA5}">
                      <a16:colId xmlns:a16="http://schemas.microsoft.com/office/drawing/2014/main" val="99193192"/>
                    </a:ext>
                  </a:extLst>
                </a:gridCol>
              </a:tblGrid>
              <a:tr h="370840">
                <a:tc>
                  <a:txBody>
                    <a:bodyPr/>
                    <a:lstStyle/>
                    <a:p>
                      <a:r>
                        <a:rPr lang="en-SG" dirty="0"/>
                        <a:t>ID1</a:t>
                      </a:r>
                    </a:p>
                  </a:txBody>
                  <a:tcPr/>
                </a:tc>
                <a:tc>
                  <a:txBody>
                    <a:bodyPr/>
                    <a:lstStyle/>
                    <a:p>
                      <a:r>
                        <a:rPr lang="en-SG" dirty="0"/>
                        <a:t>Age Group</a:t>
                      </a:r>
                    </a:p>
                  </a:txBody>
                  <a:tcPr/>
                </a:tc>
                <a:tc>
                  <a:txBody>
                    <a:bodyPr/>
                    <a:lstStyle/>
                    <a:p>
                      <a:r>
                        <a:rPr lang="en-SG" dirty="0"/>
                        <a:t>Gender</a:t>
                      </a:r>
                    </a:p>
                  </a:txBody>
                  <a:tcPr/>
                </a:tc>
                <a:tc>
                  <a:txBody>
                    <a:bodyPr/>
                    <a:lstStyle/>
                    <a:p>
                      <a:r>
                        <a:rPr lang="en-SG" dirty="0"/>
                        <a:t>Country Code</a:t>
                      </a:r>
                    </a:p>
                  </a:txBody>
                  <a:tcPr/>
                </a:tc>
                <a:tc>
                  <a:txBody>
                    <a:bodyPr/>
                    <a:lstStyle/>
                    <a:p>
                      <a:r>
                        <a:rPr lang="en-SG" dirty="0"/>
                        <a:t>Modality</a:t>
                      </a:r>
                    </a:p>
                  </a:txBody>
                  <a:tcPr/>
                </a:tc>
                <a:extLst>
                  <a:ext uri="{0D108BD9-81ED-4DB2-BD59-A6C34878D82A}">
                    <a16:rowId xmlns:a16="http://schemas.microsoft.com/office/drawing/2014/main" val="4191366114"/>
                  </a:ext>
                </a:extLst>
              </a:tr>
              <a:tr h="370840">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r>
                        <a:rPr lang="en-SG" dirty="0"/>
                        <a:t>Enrolled, etc</a:t>
                      </a:r>
                      <a:br>
                        <a:rPr lang="en-SG" dirty="0"/>
                      </a:br>
                      <a:r>
                        <a:rPr lang="en-SG" dirty="0"/>
                        <a:t>Face, Left/Right Iris.</a:t>
                      </a:r>
                    </a:p>
                  </a:txBody>
                  <a:tcPr/>
                </a:tc>
                <a:extLst>
                  <a:ext uri="{0D108BD9-81ED-4DB2-BD59-A6C34878D82A}">
                    <a16:rowId xmlns:a16="http://schemas.microsoft.com/office/drawing/2014/main" val="4182860850"/>
                  </a:ext>
                </a:extLst>
              </a:tr>
              <a:tr h="370840">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extLst>
                  <a:ext uri="{0D108BD9-81ED-4DB2-BD59-A6C34878D82A}">
                    <a16:rowId xmlns:a16="http://schemas.microsoft.com/office/drawing/2014/main" val="1918339124"/>
                  </a:ext>
                </a:extLst>
              </a:tr>
              <a:tr h="370840">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extLst>
                  <a:ext uri="{0D108BD9-81ED-4DB2-BD59-A6C34878D82A}">
                    <a16:rowId xmlns:a16="http://schemas.microsoft.com/office/drawing/2014/main" val="160373520"/>
                  </a:ext>
                </a:extLst>
              </a:tr>
              <a:tr h="370840">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a:p>
                  </a:txBody>
                  <a:tcPr/>
                </a:tc>
                <a:extLst>
                  <a:ext uri="{0D108BD9-81ED-4DB2-BD59-A6C34878D82A}">
                    <a16:rowId xmlns:a16="http://schemas.microsoft.com/office/drawing/2014/main" val="3139973898"/>
                  </a:ext>
                </a:extLst>
              </a:tr>
              <a:tr h="370840">
                <a:tc>
                  <a:txBody>
                    <a:bodyPr/>
                    <a:lstStyle/>
                    <a:p>
                      <a:endParaRPr lang="en-SG" dirty="0"/>
                    </a:p>
                  </a:txBody>
                  <a:tcPr/>
                </a:tc>
                <a:tc>
                  <a:txBody>
                    <a:bodyPr/>
                    <a:lstStyle/>
                    <a:p>
                      <a:endParaRPr lang="en-SG"/>
                    </a:p>
                  </a:txBody>
                  <a:tcPr/>
                </a:tc>
                <a:tc>
                  <a:txBody>
                    <a:bodyPr/>
                    <a:lstStyle/>
                    <a:p>
                      <a:endParaRPr lang="en-SG"/>
                    </a:p>
                  </a:txBody>
                  <a:tcPr/>
                </a:tc>
                <a:tc>
                  <a:txBody>
                    <a:bodyPr/>
                    <a:lstStyle/>
                    <a:p>
                      <a:endParaRPr lang="en-SG"/>
                    </a:p>
                  </a:txBody>
                  <a:tcPr/>
                </a:tc>
                <a:tc>
                  <a:txBody>
                    <a:bodyPr/>
                    <a:lstStyle/>
                    <a:p>
                      <a:endParaRPr lang="en-SG" dirty="0"/>
                    </a:p>
                  </a:txBody>
                  <a:tcPr/>
                </a:tc>
                <a:extLst>
                  <a:ext uri="{0D108BD9-81ED-4DB2-BD59-A6C34878D82A}">
                    <a16:rowId xmlns:a16="http://schemas.microsoft.com/office/drawing/2014/main" val="367288409"/>
                  </a:ext>
                </a:extLst>
              </a:tr>
            </a:tbl>
          </a:graphicData>
        </a:graphic>
      </p:graphicFrame>
      <p:sp>
        <p:nvSpPr>
          <p:cNvPr id="5" name="Content Placeholder 2">
            <a:extLst>
              <a:ext uri="{FF2B5EF4-FFF2-40B4-BE49-F238E27FC236}">
                <a16:creationId xmlns:a16="http://schemas.microsoft.com/office/drawing/2014/main" id="{15306BB3-F0F8-378A-DA70-6FBC25FB58F5}"/>
              </a:ext>
            </a:extLst>
          </p:cNvPr>
          <p:cNvSpPr txBox="1">
            <a:spLocks/>
          </p:cNvSpPr>
          <p:nvPr/>
        </p:nvSpPr>
        <p:spPr>
          <a:xfrm>
            <a:off x="838200" y="5624738"/>
            <a:ext cx="10515600" cy="1233262"/>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SG" dirty="0"/>
              <a:t>One of the reasons why we are doing this is to conserve space usage.</a:t>
            </a:r>
          </a:p>
          <a:p>
            <a:pPr marL="0" indent="0">
              <a:buNone/>
            </a:pPr>
            <a:r>
              <a:rPr lang="en-SG" dirty="0"/>
              <a:t>We also have the ability to reconstruct the information as per previous slides</a:t>
            </a:r>
          </a:p>
        </p:txBody>
      </p:sp>
    </p:spTree>
    <p:extLst>
      <p:ext uri="{BB962C8B-B14F-4D97-AF65-F5344CB8AC3E}">
        <p14:creationId xmlns:p14="http://schemas.microsoft.com/office/powerpoint/2010/main" val="2259043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B6851-CF30-7B38-F192-FE8B40872709}"/>
              </a:ext>
            </a:extLst>
          </p:cNvPr>
          <p:cNvSpPr>
            <a:spLocks noGrp="1"/>
          </p:cNvSpPr>
          <p:nvPr>
            <p:ph type="title"/>
          </p:nvPr>
        </p:nvSpPr>
        <p:spPr/>
        <p:txBody>
          <a:bodyPr/>
          <a:lstStyle/>
          <a:p>
            <a:r>
              <a:rPr lang="en-SG" dirty="0"/>
              <a:t>Future Work in Consideration</a:t>
            </a:r>
          </a:p>
        </p:txBody>
      </p:sp>
      <p:sp>
        <p:nvSpPr>
          <p:cNvPr id="3" name="Content Placeholder 2">
            <a:extLst>
              <a:ext uri="{FF2B5EF4-FFF2-40B4-BE49-F238E27FC236}">
                <a16:creationId xmlns:a16="http://schemas.microsoft.com/office/drawing/2014/main" id="{59DE4DF0-B531-A615-49A3-1124458FDBEC}"/>
              </a:ext>
            </a:extLst>
          </p:cNvPr>
          <p:cNvSpPr>
            <a:spLocks noGrp="1"/>
          </p:cNvSpPr>
          <p:nvPr>
            <p:ph idx="1"/>
          </p:nvPr>
        </p:nvSpPr>
        <p:spPr/>
        <p:txBody>
          <a:bodyPr/>
          <a:lstStyle/>
          <a:p>
            <a:r>
              <a:rPr lang="en-SG" dirty="0"/>
              <a:t>Docker environment to host the code and libraries required for the application</a:t>
            </a:r>
          </a:p>
          <a:p>
            <a:r>
              <a:rPr lang="en-SG" dirty="0" err="1"/>
              <a:t>Dockerization</a:t>
            </a:r>
            <a:r>
              <a:rPr lang="en-SG" dirty="0"/>
              <a:t> of the Database environment</a:t>
            </a:r>
          </a:p>
          <a:p>
            <a:r>
              <a:rPr lang="en-SG" dirty="0"/>
              <a:t>Implementing much more flexible scripts that allow user inputs for length of ID fields, matching score fields, etc.</a:t>
            </a:r>
          </a:p>
          <a:p>
            <a:pPr lvl="1"/>
            <a:r>
              <a:rPr lang="en-SG" dirty="0"/>
              <a:t>More use cases for other B&amp;P projects</a:t>
            </a:r>
          </a:p>
          <a:p>
            <a:pPr lvl="1"/>
            <a:r>
              <a:rPr lang="en-SG" dirty="0"/>
              <a:t>Provides an all in one analytics platform</a:t>
            </a:r>
          </a:p>
          <a:p>
            <a:pPr lvl="1"/>
            <a:r>
              <a:rPr lang="en-SG" dirty="0"/>
              <a:t>More analytics studies can leverage on this platform</a:t>
            </a:r>
          </a:p>
        </p:txBody>
      </p:sp>
    </p:spTree>
    <p:extLst>
      <p:ext uri="{BB962C8B-B14F-4D97-AF65-F5344CB8AC3E}">
        <p14:creationId xmlns:p14="http://schemas.microsoft.com/office/powerpoint/2010/main" val="34448160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F3BB-A39B-0F42-A906-6DCF830542A2}"/>
              </a:ext>
            </a:extLst>
          </p:cNvPr>
          <p:cNvSpPr>
            <a:spLocks noGrp="1"/>
          </p:cNvSpPr>
          <p:nvPr>
            <p:ph type="title"/>
          </p:nvPr>
        </p:nvSpPr>
        <p:spPr/>
        <p:txBody>
          <a:bodyPr/>
          <a:lstStyle/>
          <a:p>
            <a:r>
              <a:rPr lang="en-SG" dirty="0"/>
              <a:t>Documentation</a:t>
            </a:r>
          </a:p>
        </p:txBody>
      </p:sp>
      <p:sp>
        <p:nvSpPr>
          <p:cNvPr id="3" name="Content Placeholder 2">
            <a:extLst>
              <a:ext uri="{FF2B5EF4-FFF2-40B4-BE49-F238E27FC236}">
                <a16:creationId xmlns:a16="http://schemas.microsoft.com/office/drawing/2014/main" id="{2853B645-E188-D20A-DFE0-42F8B143E185}"/>
              </a:ext>
            </a:extLst>
          </p:cNvPr>
          <p:cNvSpPr>
            <a:spLocks noGrp="1"/>
          </p:cNvSpPr>
          <p:nvPr>
            <p:ph idx="1"/>
          </p:nvPr>
        </p:nvSpPr>
        <p:spPr/>
        <p:txBody>
          <a:bodyPr/>
          <a:lstStyle/>
          <a:p>
            <a:r>
              <a:rPr lang="en-SG" dirty="0"/>
              <a:t>Please see section on documentation for the detailed description of the different functionalities being implemented.</a:t>
            </a:r>
          </a:p>
          <a:p>
            <a:r>
              <a:rPr lang="en-SG" dirty="0"/>
              <a:t>This is still a work in progress just to ensure that the codes are properly documented for reference.</a:t>
            </a:r>
          </a:p>
          <a:p>
            <a:pPr lvl="1"/>
            <a:r>
              <a:rPr lang="en-SG" dirty="0"/>
              <a:t>Most of the documentation is done on the code itself</a:t>
            </a:r>
          </a:p>
          <a:p>
            <a:pPr lvl="1"/>
            <a:r>
              <a:rPr lang="en-SG" dirty="0"/>
              <a:t>Will spend some time to do the documentation once the code has been put into the production phase</a:t>
            </a:r>
          </a:p>
        </p:txBody>
      </p:sp>
    </p:spTree>
    <p:extLst>
      <p:ext uri="{BB962C8B-B14F-4D97-AF65-F5344CB8AC3E}">
        <p14:creationId xmlns:p14="http://schemas.microsoft.com/office/powerpoint/2010/main" val="12411419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CF4CE-69CB-5EBC-65DA-A83B331FF604}"/>
              </a:ext>
            </a:extLst>
          </p:cNvPr>
          <p:cNvSpPr>
            <a:spLocks noGrp="1"/>
          </p:cNvSpPr>
          <p:nvPr>
            <p:ph type="title"/>
          </p:nvPr>
        </p:nvSpPr>
        <p:spPr/>
        <p:txBody>
          <a:bodyPr/>
          <a:lstStyle/>
          <a:p>
            <a:r>
              <a:rPr lang="en-US" dirty="0"/>
              <a:t>Docker Setup Guide</a:t>
            </a:r>
          </a:p>
        </p:txBody>
      </p:sp>
      <p:sp>
        <p:nvSpPr>
          <p:cNvPr id="3" name="Content Placeholder 2">
            <a:extLst>
              <a:ext uri="{FF2B5EF4-FFF2-40B4-BE49-F238E27FC236}">
                <a16:creationId xmlns:a16="http://schemas.microsoft.com/office/drawing/2014/main" id="{C37DBAB7-CB90-325E-A949-31971755AC8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821298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D4500-ED85-24DE-2D05-2BD5FF72C4FC}"/>
              </a:ext>
            </a:extLst>
          </p:cNvPr>
          <p:cNvSpPr>
            <a:spLocks noGrp="1"/>
          </p:cNvSpPr>
          <p:nvPr>
            <p:ph type="title"/>
          </p:nvPr>
        </p:nvSpPr>
        <p:spPr/>
        <p:txBody>
          <a:bodyPr/>
          <a:lstStyle/>
          <a:p>
            <a:r>
              <a:rPr lang="en-US" dirty="0"/>
              <a:t>Why use docker? </a:t>
            </a:r>
          </a:p>
        </p:txBody>
      </p:sp>
      <p:sp>
        <p:nvSpPr>
          <p:cNvPr id="3" name="Text Placeholder 2">
            <a:extLst>
              <a:ext uri="{FF2B5EF4-FFF2-40B4-BE49-F238E27FC236}">
                <a16:creationId xmlns:a16="http://schemas.microsoft.com/office/drawing/2014/main" id="{9DACE602-586F-9DAA-241B-621DE4AF4141}"/>
              </a:ext>
            </a:extLst>
          </p:cNvPr>
          <p:cNvSpPr>
            <a:spLocks noGrp="1"/>
          </p:cNvSpPr>
          <p:nvPr>
            <p:ph idx="1"/>
          </p:nvPr>
        </p:nvSpPr>
        <p:spPr/>
        <p:txBody>
          <a:bodyPr vert="horz" lIns="91440" tIns="45720" rIns="91440" bIns="45720" rtlCol="0" anchor="t">
            <a:normAutofit/>
          </a:bodyPr>
          <a:lstStyle/>
          <a:p>
            <a:r>
              <a:rPr lang="en-US" dirty="0"/>
              <a:t>Streamline the sharing of the libraries that we use</a:t>
            </a:r>
          </a:p>
          <a:p>
            <a:r>
              <a:rPr lang="en-US" dirty="0"/>
              <a:t>Easier to deploy codes and applications for different machines</a:t>
            </a:r>
          </a:p>
          <a:p>
            <a:endParaRPr lang="en-US" dirty="0"/>
          </a:p>
          <a:p>
            <a:r>
              <a:rPr lang="en-US" dirty="0"/>
              <a:t>Makes management of storage and libraries easier</a:t>
            </a:r>
          </a:p>
          <a:p>
            <a:pPr lvl="1">
              <a:buFont typeface="Courier New" panose="020B0604020202020204" pitchFamily="34" charset="0"/>
              <a:buChar char="o"/>
            </a:pPr>
            <a:r>
              <a:rPr lang="en-US" dirty="0"/>
              <a:t>Better sensing of storage usage, etc.</a:t>
            </a:r>
          </a:p>
          <a:p>
            <a:pPr lvl="1">
              <a:buFont typeface="Courier New" panose="020B0604020202020204" pitchFamily="34" charset="0"/>
              <a:buChar char="o"/>
            </a:pPr>
            <a:r>
              <a:rPr lang="en-US" dirty="0"/>
              <a:t>Reduces conflict of python libraries</a:t>
            </a:r>
          </a:p>
          <a:p>
            <a:pPr lvl="2">
              <a:buFont typeface="Wingdings" panose="020B0604020202020204" pitchFamily="34" charset="0"/>
              <a:buChar char="§"/>
            </a:pPr>
            <a:r>
              <a:rPr lang="en-US" dirty="0"/>
              <a:t>Ensures best practices when installing libraries</a:t>
            </a:r>
          </a:p>
        </p:txBody>
      </p:sp>
    </p:spTree>
    <p:extLst>
      <p:ext uri="{BB962C8B-B14F-4D97-AF65-F5344CB8AC3E}">
        <p14:creationId xmlns:p14="http://schemas.microsoft.com/office/powerpoint/2010/main" val="3733900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331</TotalTime>
  <Words>882</Words>
  <Application>Microsoft Office PowerPoint</Application>
  <PresentationFormat>Widescreen</PresentationFormat>
  <Paragraphs>128</Paragraphs>
  <Slides>18</Slides>
  <Notes>2</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Analytics Platform Guide</vt:lpstr>
      <vt:lpstr>Table of Contents</vt:lpstr>
      <vt:lpstr>What are the different folders for?</vt:lpstr>
      <vt:lpstr>What are the different folders for? Cont.</vt:lpstr>
      <vt:lpstr>What was being done at the backend?</vt:lpstr>
      <vt:lpstr>4. Merging the data using matching score and demographic reference table</vt:lpstr>
      <vt:lpstr>PowerPoint Presentation</vt:lpstr>
      <vt:lpstr>PowerPoint Presentation</vt:lpstr>
      <vt:lpstr>4. Merging the data using matching score and demographic reference table cont.</vt:lpstr>
      <vt:lpstr>5. Computing ranking based on the threshold</vt:lpstr>
      <vt:lpstr>Our Progress for 1:1 study</vt:lpstr>
      <vt:lpstr>Timeline</vt:lpstr>
      <vt:lpstr>Work in Progress</vt:lpstr>
      <vt:lpstr>Work in progress</vt:lpstr>
      <vt:lpstr>Future Work in Consideration</vt:lpstr>
      <vt:lpstr>Documentation</vt:lpstr>
      <vt:lpstr>Docker Setup Guide</vt:lpstr>
      <vt:lpstr>Why use docker? 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Timothy Lim Chun Gao</dc:creator>
  <cp:lastModifiedBy>Timothy CG LIM (HTX)</cp:lastModifiedBy>
  <cp:revision>90</cp:revision>
  <dcterms:created xsi:type="dcterms:W3CDTF">2025-01-10T02:40:14Z</dcterms:created>
  <dcterms:modified xsi:type="dcterms:W3CDTF">2025-05-26T03:19:33Z</dcterms:modified>
</cp:coreProperties>
</file>